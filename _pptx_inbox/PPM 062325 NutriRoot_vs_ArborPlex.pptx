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5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NutriRoot® vs. ArborPlex®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PPM 062325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</a:t>
            </a:r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NutriRoot</a:t>
            </a:r>
            <a:r>
              <a:rPr dirty="0"/>
              <a:t>®:</a:t>
            </a:r>
          </a:p>
          <a:p>
            <a:pPr marL="0" indent="0">
              <a:buNone/>
            </a:pPr>
            <a:r>
              <a:rPr dirty="0"/>
              <a:t>- Liquid Root </a:t>
            </a:r>
            <a:r>
              <a:rPr dirty="0" err="1"/>
              <a:t>Biostimulant</a:t>
            </a:r>
            <a:endParaRPr dirty="0"/>
          </a:p>
          <a:p>
            <a:pPr marL="0" indent="0">
              <a:buNone/>
            </a:pPr>
            <a:r>
              <a:rPr dirty="0"/>
              <a:t>- Applied via soil drench or injection</a:t>
            </a:r>
          </a:p>
          <a:p>
            <a:pPr marL="0" indent="0">
              <a:buNone/>
            </a:pPr>
            <a:r>
              <a:rPr dirty="0"/>
              <a:t>- Best for new trees, drought stress, root loss</a:t>
            </a:r>
          </a:p>
          <a:p>
            <a:endParaRPr dirty="0"/>
          </a:p>
          <a:p>
            <a:r>
              <a:rPr dirty="0"/>
              <a:t>ArborPlex®:</a:t>
            </a:r>
          </a:p>
          <a:p>
            <a:pPr marL="0" indent="0">
              <a:buNone/>
            </a:pPr>
            <a:r>
              <a:rPr dirty="0"/>
              <a:t>- Liquid Fertilizer with micronutrients</a:t>
            </a:r>
          </a:p>
          <a:p>
            <a:pPr marL="0" indent="0">
              <a:buNone/>
            </a:pPr>
            <a:r>
              <a:rPr dirty="0"/>
              <a:t>- Applied via soil injection</a:t>
            </a:r>
          </a:p>
          <a:p>
            <a:pPr marL="0" indent="0">
              <a:buNone/>
            </a:pPr>
            <a:r>
              <a:rPr dirty="0"/>
              <a:t>- Best for established trees needing nutrients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Condition – When to Use Which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Use </a:t>
            </a:r>
            <a:r>
              <a:rPr dirty="0" err="1"/>
              <a:t>NutriRoot</a:t>
            </a:r>
            <a:r>
              <a:rPr dirty="0"/>
              <a:t> when:</a:t>
            </a:r>
          </a:p>
          <a:p>
            <a:pPr marL="0" indent="0">
              <a:buNone/>
            </a:pPr>
            <a:r>
              <a:rPr dirty="0"/>
              <a:t>- Recently transplanted or planted</a:t>
            </a:r>
          </a:p>
          <a:p>
            <a:pPr marL="0" indent="0">
              <a:buNone/>
            </a:pPr>
            <a:r>
              <a:rPr dirty="0"/>
              <a:t>- Drought stressed or root loss</a:t>
            </a:r>
          </a:p>
          <a:p>
            <a:pPr marL="0" indent="0">
              <a:buNone/>
            </a:pPr>
            <a:r>
              <a:rPr dirty="0"/>
              <a:t>- Poor or compacted soils</a:t>
            </a:r>
          </a:p>
          <a:p>
            <a:endParaRPr dirty="0"/>
          </a:p>
          <a:p>
            <a:r>
              <a:rPr dirty="0"/>
              <a:t>Use ArborPlex when:</a:t>
            </a:r>
          </a:p>
          <a:p>
            <a:pPr marL="0" indent="0">
              <a:buNone/>
            </a:pPr>
            <a:r>
              <a:rPr dirty="0"/>
              <a:t>- Established and actively growing</a:t>
            </a:r>
          </a:p>
          <a:p>
            <a:pPr marL="0" indent="0">
              <a:buNone/>
            </a:pPr>
            <a:r>
              <a:rPr dirty="0"/>
              <a:t>- Nutrient deficiency symptoms</a:t>
            </a:r>
          </a:p>
          <a:p>
            <a:pPr marL="0" indent="0">
              <a:buNone/>
            </a:pPr>
            <a:r>
              <a:rPr dirty="0"/>
              <a:t>- Part of a seasonal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dirty="0" err="1"/>
              <a:t>NutriRoot</a:t>
            </a:r>
            <a:r>
              <a:rPr dirty="0"/>
              <a:t>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Purpose: Root and soil health support</a:t>
            </a:r>
          </a:p>
          <a:p>
            <a:r>
              <a:rPr dirty="0"/>
              <a:t>Key Ingredients:</a:t>
            </a:r>
            <a:r>
              <a:rPr lang="en-US" dirty="0"/>
              <a:t> </a:t>
            </a:r>
            <a:r>
              <a:rPr dirty="0"/>
              <a:t>Seaweed extract, humates, surfactants, 2% NPK</a:t>
            </a:r>
          </a:p>
          <a:p>
            <a:endParaRPr dirty="0"/>
          </a:p>
          <a:p>
            <a:r>
              <a:rPr dirty="0"/>
              <a:t>Functions:</a:t>
            </a:r>
          </a:p>
          <a:p>
            <a:pPr marL="0" indent="0">
              <a:buNone/>
            </a:pPr>
            <a:r>
              <a:rPr dirty="0"/>
              <a:t>- Stimulates root and microbial activity</a:t>
            </a:r>
          </a:p>
          <a:p>
            <a:pPr marL="0" indent="0">
              <a:buNone/>
            </a:pPr>
            <a:r>
              <a:rPr dirty="0"/>
              <a:t>- Improves water retention</a:t>
            </a:r>
          </a:p>
          <a:p>
            <a:pPr marL="0" indent="0">
              <a:buNone/>
            </a:pPr>
            <a:r>
              <a:rPr dirty="0"/>
              <a:t>- Enhances transplant survival and drough</a:t>
            </a:r>
            <a:r>
              <a:rPr lang="en-US" dirty="0"/>
              <a:t>t </a:t>
            </a:r>
            <a:r>
              <a:rPr dirty="0"/>
              <a:t>tolerance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ArborPlex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Purpose: Fertilization and canopy vigor</a:t>
            </a:r>
          </a:p>
          <a:p>
            <a:r>
              <a:rPr dirty="0"/>
              <a:t>Key Ingredients:</a:t>
            </a:r>
            <a:r>
              <a:rPr lang="en-US" dirty="0"/>
              <a:t> </a:t>
            </a:r>
            <a:r>
              <a:rPr dirty="0"/>
              <a:t>- 14-4-5 NPK, micronutrients, humic acid</a:t>
            </a:r>
          </a:p>
          <a:p>
            <a:endParaRPr dirty="0"/>
          </a:p>
          <a:p>
            <a:r>
              <a:rPr dirty="0"/>
              <a:t>Functions:</a:t>
            </a:r>
          </a:p>
          <a:p>
            <a:pPr marL="0" indent="0">
              <a:buNone/>
            </a:pPr>
            <a:r>
              <a:rPr dirty="0"/>
              <a:t>- Boosts foliar and root growth</a:t>
            </a:r>
          </a:p>
          <a:p>
            <a:pPr marL="0" indent="0">
              <a:buNone/>
            </a:pPr>
            <a:r>
              <a:rPr dirty="0"/>
              <a:t>- Corrects nutrient deficiencies</a:t>
            </a:r>
          </a:p>
          <a:p>
            <a:pPr marL="0" indent="0">
              <a:buNone/>
            </a:pPr>
            <a:r>
              <a:rPr dirty="0"/>
              <a:t>- Enhances urban soil fertility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NutriRoot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- Focus on soil &amp; roots</a:t>
            </a:r>
          </a:p>
          <a:p>
            <a:pPr marL="0" indent="0">
              <a:buNone/>
            </a:pPr>
            <a:r>
              <a:rPr dirty="0"/>
              <a:t>- New/stressed trees</a:t>
            </a:r>
          </a:p>
          <a:p>
            <a:pPr marL="0" indent="0">
              <a:buNone/>
            </a:pPr>
            <a:r>
              <a:rPr dirty="0"/>
              <a:t>- Moisture &amp; transplant support</a:t>
            </a:r>
          </a:p>
          <a:p>
            <a:endParaRPr dirty="0"/>
          </a:p>
          <a:p>
            <a:r>
              <a:rPr dirty="0"/>
              <a:t>ArborPlex:</a:t>
            </a:r>
          </a:p>
          <a:p>
            <a:pPr marL="0" indent="0">
              <a:buNone/>
            </a:pPr>
            <a:r>
              <a:rPr dirty="0"/>
              <a:t>- Focus on nutrients &amp; canopy</a:t>
            </a:r>
          </a:p>
          <a:p>
            <a:pPr marL="0" indent="0">
              <a:buNone/>
            </a:pPr>
            <a:r>
              <a:rPr dirty="0"/>
              <a:t>- Established trees</a:t>
            </a:r>
          </a:p>
          <a:p>
            <a:pPr marL="0" indent="0">
              <a:buNone/>
            </a:pPr>
            <a:r>
              <a:rPr dirty="0"/>
              <a:t>- Fertility &amp; growth enhancement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New Tree Install: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NutriRoot</a:t>
            </a:r>
            <a:r>
              <a:rPr dirty="0"/>
              <a:t> for establishment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Or both</a:t>
            </a:r>
            <a:endParaRPr dirty="0"/>
          </a:p>
          <a:p>
            <a:endParaRPr dirty="0"/>
          </a:p>
          <a:p>
            <a:r>
              <a:rPr dirty="0"/>
              <a:t>Urban Street Tree in Poor Soil:</a:t>
            </a:r>
          </a:p>
          <a:p>
            <a:pPr marL="0" indent="0">
              <a:buNone/>
            </a:pPr>
            <a:r>
              <a:rPr dirty="0"/>
              <a:t>- ArborPlex for nutrient support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Or both</a:t>
            </a:r>
          </a:p>
          <a:p>
            <a:pPr>
              <a:buFontTx/>
              <a:buChar char="-"/>
            </a:pPr>
            <a:endParaRPr dirty="0"/>
          </a:p>
          <a:p>
            <a:r>
              <a:rPr dirty="0"/>
              <a:t> Construction-Damaged Tree: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NutriRoot</a:t>
            </a:r>
            <a:r>
              <a:rPr dirty="0"/>
              <a:t> for root repair, followed by ArborPlex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Both at the same time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Diagnose the condition before prescribing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NutriRoot</a:t>
            </a:r>
            <a:r>
              <a:rPr dirty="0"/>
              <a:t> = Soil health + water retention</a:t>
            </a:r>
          </a:p>
          <a:p>
            <a:pPr marL="0" indent="0">
              <a:buNone/>
            </a:pPr>
            <a:r>
              <a:rPr dirty="0"/>
              <a:t>- ArborPlex = Nutrient support for established trees</a:t>
            </a:r>
          </a:p>
          <a:p>
            <a:pPr marL="0" indent="0">
              <a:buNone/>
            </a:pPr>
            <a:r>
              <a:rPr dirty="0"/>
              <a:t>- Combine for phased recovery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894D539200844BFE0E0554F421699" ma:contentTypeVersion="15" ma:contentTypeDescription="Create a new document." ma:contentTypeScope="" ma:versionID="db59c7a491a744ec2d54642538edbea0">
  <xsd:schema xmlns:xsd="http://www.w3.org/2001/XMLSchema" xmlns:xs="http://www.w3.org/2001/XMLSchema" xmlns:p="http://schemas.microsoft.com/office/2006/metadata/properties" xmlns:ns2="7f1b0a71-6fb2-4853-acf8-7ede476f1787" xmlns:ns3="700175d4-e065-4959-822d-e9b710e13b88" targetNamespace="http://schemas.microsoft.com/office/2006/metadata/properties" ma:root="true" ma:fieldsID="c212832851e7215a045c87fcf889afde" ns2:_="" ns3:_="">
    <xsd:import namespace="7f1b0a71-6fb2-4853-acf8-7ede476f1787"/>
    <xsd:import namespace="700175d4-e065-4959-822d-e9b710e13b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1b0a71-6fb2-4853-acf8-7ede476f17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261dfc9-31a6-4084-8878-0c8c0a4def98}" ma:internalName="TaxCatchAll" ma:showField="CatchAllData" ma:web="7f1b0a71-6fb2-4853-acf8-7ede476f17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175d4-e065-4959-822d-e9b710e13b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0a1a12f-0bf3-4877-a088-8da4a3ccd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f1b0a71-6fb2-4853-acf8-7ede476f1787" xsi:nil="true"/>
    <lcf76f155ced4ddcb4097134ff3c332f xmlns="700175d4-e065-4959-822d-e9b710e13b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48F7FE-4AF0-43F2-8C26-2E95D0A221A4}"/>
</file>

<file path=customXml/itemProps2.xml><?xml version="1.0" encoding="utf-8"?>
<ds:datastoreItem xmlns:ds="http://schemas.openxmlformats.org/officeDocument/2006/customXml" ds:itemID="{D8E36269-7043-45A5-A268-E908FE899574}"/>
</file>

<file path=customXml/itemProps3.xml><?xml version="1.0" encoding="utf-8"?>
<ds:datastoreItem xmlns:ds="http://schemas.openxmlformats.org/officeDocument/2006/customXml" ds:itemID="{BEA2EE68-25B9-47EA-B392-3F10C9BDB228}"/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292</Words>
  <Application>Microsoft Macintosh PowerPoint</Application>
  <PresentationFormat>On-screen Show (4:3)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NutriRoot® vs. ArborPlex®</vt:lpstr>
      <vt:lpstr>Product Overview</vt:lpstr>
      <vt:lpstr>Tree Condition – When to Use Which</vt:lpstr>
      <vt:lpstr>What NutriRoot Does</vt:lpstr>
      <vt:lpstr>What ArborPlex Does</vt:lpstr>
      <vt:lpstr>Summary Comparison</vt:lpstr>
      <vt:lpstr>Real-World Scenarios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Connor Walsh</cp:lastModifiedBy>
  <cp:revision>6</cp:revision>
  <dcterms:created xsi:type="dcterms:W3CDTF">2013-01-27T09:14:16Z</dcterms:created>
  <dcterms:modified xsi:type="dcterms:W3CDTF">2025-06-23T12:21:17Z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0x010100D20894D539200844BFE0E0554F421699</vt:lpwstr>
  </property>
</Properties>
</file>