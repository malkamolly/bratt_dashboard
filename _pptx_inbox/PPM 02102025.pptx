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diagrams/data3.xml" ContentType="application/vnd.openxmlformats-officedocument.drawingml.diagramData+xml"/>
  <Override PartName="/ppt/diagrams/data2.xml" ContentType="application/vnd.openxmlformats-officedocument.drawingml.diagramData+xml"/>
  <Override PartName="/ppt/diagrams/data1.xml" ContentType="application/vnd.openxmlformats-officedocument.drawingml.diagramData+xml"/>
  <Override PartName="/ppt/presentation.xml" ContentType="application/vnd.openxmlformats-officedocument.presentationml.presentation.main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theme/theme2.xml" ContentType="application/vnd.openxmlformats-officedocument.them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diagrams/drawing2.xml" ContentType="application/vnd.ms-office.drawingml.diagramDrawing+xml"/>
  <Override PartName="/ppt/diagrams/colors2.xml" ContentType="application/vnd.openxmlformats-officedocument.drawingml.diagramColors+xml"/>
  <Override PartName="/ppt/diagrams/quickStyle2.xml" ContentType="application/vnd.openxmlformats-officedocument.drawingml.diagramStyle+xml"/>
  <Override PartName="/ppt/diagrams/layout2.xml" ContentType="application/vnd.openxmlformats-officedocument.drawingml.diagramLayout+xml"/>
  <Override PartName="/ppt/diagrams/drawing1.xml" ContentType="application/vnd.ms-office.drawingml.diagramDrawing+xml"/>
  <Override PartName="/ppt/diagrams/colors1.xml" ContentType="application/vnd.openxmlformats-officedocument.drawingml.diagramColors+xml"/>
  <Override PartName="/ppt/diagrams/quickStyle1.xml" ContentType="application/vnd.openxmlformats-officedocument.drawingml.diagramStyle+xml"/>
  <Override PartName="/ppt/diagrams/layout1.xml" ContentType="application/vnd.openxmlformats-officedocument.drawingml.diagramLayout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75" r:id="rId1"/>
  </p:sldMasterIdLst>
  <p:notesMasterIdLst>
    <p:notesMasterId r:id="rId10"/>
  </p:notesMasterIdLst>
  <p:sldIdLst>
    <p:sldId id="256" r:id="rId2"/>
    <p:sldId id="263" r:id="rId3"/>
    <p:sldId id="257" r:id="rId4"/>
    <p:sldId id="260" r:id="rId5"/>
    <p:sldId id="261" r:id="rId6"/>
    <p:sldId id="258" r:id="rId7"/>
    <p:sldId id="262" r:id="rId8"/>
    <p:sldId id="259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5"/>
    <p:restoredTop sz="94658"/>
  </p:normalViewPr>
  <p:slideViewPr>
    <p:cSldViewPr snapToGrid="0">
      <p:cViewPr varScale="1">
        <p:scale>
          <a:sx n="96" d="100"/>
          <a:sy n="96" d="100"/>
        </p:scale>
        <p:origin x="200" y="6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17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sv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13.pn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sv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13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716F0B0-3D18-4A18-98C7-D879CE04C091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B325D5C-2E1B-4C6D-B4F7-33FFCBECC366}">
      <dgm:prSet/>
      <dgm:spPr/>
      <dgm:t>
        <a:bodyPr/>
        <a:lstStyle/>
        <a:p>
          <a:r>
            <a:rPr lang="en-US" dirty="0"/>
            <a:t>Sometimes we prune these like any other ornamental, dead wood, clearance, etc.</a:t>
          </a:r>
        </a:p>
      </dgm:t>
    </dgm:pt>
    <dgm:pt modelId="{84528089-0F61-4BBA-8619-F17383BD4833}" type="parTrans" cxnId="{55A28472-D1E6-43E8-AA0F-1D15CC59B1D1}">
      <dgm:prSet/>
      <dgm:spPr/>
      <dgm:t>
        <a:bodyPr/>
        <a:lstStyle/>
        <a:p>
          <a:endParaRPr lang="en-US"/>
        </a:p>
      </dgm:t>
    </dgm:pt>
    <dgm:pt modelId="{53F7C999-D3C1-47A5-BE9F-6851115A62AC}" type="sibTrans" cxnId="{55A28472-D1E6-43E8-AA0F-1D15CC59B1D1}">
      <dgm:prSet/>
      <dgm:spPr/>
      <dgm:t>
        <a:bodyPr/>
        <a:lstStyle/>
        <a:p>
          <a:endParaRPr lang="en-US"/>
        </a:p>
      </dgm:t>
    </dgm:pt>
    <dgm:pt modelId="{8CB951BF-C7D5-47ED-845E-1AFAE8A8B436}">
      <dgm:prSet/>
      <dgm:spPr/>
      <dgm:t>
        <a:bodyPr/>
        <a:lstStyle/>
        <a:p>
          <a:r>
            <a:rPr lang="en-US" dirty="0"/>
            <a:t>Tree pruning specifically for fruit production is different than what we’re generally trying to accomplish as arborists.</a:t>
          </a:r>
        </a:p>
      </dgm:t>
    </dgm:pt>
    <dgm:pt modelId="{FF9B3311-5B99-4F55-AC62-24DF2A9D079A}" type="parTrans" cxnId="{C6D27BD2-FF2C-4094-839D-4C7C6E934772}">
      <dgm:prSet/>
      <dgm:spPr/>
      <dgm:t>
        <a:bodyPr/>
        <a:lstStyle/>
        <a:p>
          <a:endParaRPr lang="en-US"/>
        </a:p>
      </dgm:t>
    </dgm:pt>
    <dgm:pt modelId="{9318D299-2E1A-46E9-B831-A1BF371C1F12}" type="sibTrans" cxnId="{C6D27BD2-FF2C-4094-839D-4C7C6E934772}">
      <dgm:prSet/>
      <dgm:spPr/>
      <dgm:t>
        <a:bodyPr/>
        <a:lstStyle/>
        <a:p>
          <a:endParaRPr lang="en-US"/>
        </a:p>
      </dgm:t>
    </dgm:pt>
    <dgm:pt modelId="{0BA855DA-515E-49E5-BEC4-E85AD843A076}">
      <dgm:prSet/>
      <dgm:spPr/>
      <dgm:t>
        <a:bodyPr/>
        <a:lstStyle/>
        <a:p>
          <a:r>
            <a:rPr lang="en-US"/>
            <a:t>Utilitarian purposes, while aesthetic is no longer relevant, generally produce a strange looking tree: Pollarding, orchard style fruit tree pruning, clearance from a newly built structure.</a:t>
          </a:r>
        </a:p>
      </dgm:t>
    </dgm:pt>
    <dgm:pt modelId="{3D9858EF-E3EE-4760-BE7F-D0860EB512A9}" type="parTrans" cxnId="{3E2434F2-740B-48E4-A65B-0FD1FCB2E378}">
      <dgm:prSet/>
      <dgm:spPr/>
      <dgm:t>
        <a:bodyPr/>
        <a:lstStyle/>
        <a:p>
          <a:endParaRPr lang="en-US"/>
        </a:p>
      </dgm:t>
    </dgm:pt>
    <dgm:pt modelId="{20800840-BBAC-4E44-91EF-7E17782AAAB0}" type="sibTrans" cxnId="{3E2434F2-740B-48E4-A65B-0FD1FCB2E378}">
      <dgm:prSet/>
      <dgm:spPr/>
      <dgm:t>
        <a:bodyPr/>
        <a:lstStyle/>
        <a:p>
          <a:endParaRPr lang="en-US"/>
        </a:p>
      </dgm:t>
    </dgm:pt>
    <dgm:pt modelId="{E07CDB73-433A-D34D-A9AF-967BFD201668}" type="pres">
      <dgm:prSet presAssocID="{0716F0B0-3D18-4A18-98C7-D879CE04C091}" presName="vert0" presStyleCnt="0">
        <dgm:presLayoutVars>
          <dgm:dir/>
          <dgm:animOne val="branch"/>
          <dgm:animLvl val="lvl"/>
        </dgm:presLayoutVars>
      </dgm:prSet>
      <dgm:spPr/>
    </dgm:pt>
    <dgm:pt modelId="{71F8B731-6536-3545-891A-49C76A2EE29E}" type="pres">
      <dgm:prSet presAssocID="{3B325D5C-2E1B-4C6D-B4F7-33FFCBECC366}" presName="thickLine" presStyleLbl="alignNode1" presStyleIdx="0" presStyleCnt="3"/>
      <dgm:spPr/>
    </dgm:pt>
    <dgm:pt modelId="{B173F0AF-8F97-4C40-A3D8-0A55D3735CCB}" type="pres">
      <dgm:prSet presAssocID="{3B325D5C-2E1B-4C6D-B4F7-33FFCBECC366}" presName="horz1" presStyleCnt="0"/>
      <dgm:spPr/>
    </dgm:pt>
    <dgm:pt modelId="{49201F7D-2294-F347-8DC3-192E4DEFBB42}" type="pres">
      <dgm:prSet presAssocID="{3B325D5C-2E1B-4C6D-B4F7-33FFCBECC366}" presName="tx1" presStyleLbl="revTx" presStyleIdx="0" presStyleCnt="3"/>
      <dgm:spPr/>
    </dgm:pt>
    <dgm:pt modelId="{DC1D6C91-CE28-E641-AE17-967EAC03F20B}" type="pres">
      <dgm:prSet presAssocID="{3B325D5C-2E1B-4C6D-B4F7-33FFCBECC366}" presName="vert1" presStyleCnt="0"/>
      <dgm:spPr/>
    </dgm:pt>
    <dgm:pt modelId="{5BD31656-322A-AF46-A92F-C6C31E244AED}" type="pres">
      <dgm:prSet presAssocID="{8CB951BF-C7D5-47ED-845E-1AFAE8A8B436}" presName="thickLine" presStyleLbl="alignNode1" presStyleIdx="1" presStyleCnt="3"/>
      <dgm:spPr/>
    </dgm:pt>
    <dgm:pt modelId="{5061DB9F-CA83-5542-808B-75539A15716A}" type="pres">
      <dgm:prSet presAssocID="{8CB951BF-C7D5-47ED-845E-1AFAE8A8B436}" presName="horz1" presStyleCnt="0"/>
      <dgm:spPr/>
    </dgm:pt>
    <dgm:pt modelId="{6D581746-8FC1-2B42-8A96-348878B54761}" type="pres">
      <dgm:prSet presAssocID="{8CB951BF-C7D5-47ED-845E-1AFAE8A8B436}" presName="tx1" presStyleLbl="revTx" presStyleIdx="1" presStyleCnt="3"/>
      <dgm:spPr/>
    </dgm:pt>
    <dgm:pt modelId="{4F749C88-6EF8-984F-8CDA-98C288303CEC}" type="pres">
      <dgm:prSet presAssocID="{8CB951BF-C7D5-47ED-845E-1AFAE8A8B436}" presName="vert1" presStyleCnt="0"/>
      <dgm:spPr/>
    </dgm:pt>
    <dgm:pt modelId="{FFCF2412-4AC0-A846-8C9C-BB2F33188C5E}" type="pres">
      <dgm:prSet presAssocID="{0BA855DA-515E-49E5-BEC4-E85AD843A076}" presName="thickLine" presStyleLbl="alignNode1" presStyleIdx="2" presStyleCnt="3"/>
      <dgm:spPr/>
    </dgm:pt>
    <dgm:pt modelId="{286EB2AD-574F-4F4E-B5E0-AD995B2BB9C2}" type="pres">
      <dgm:prSet presAssocID="{0BA855DA-515E-49E5-BEC4-E85AD843A076}" presName="horz1" presStyleCnt="0"/>
      <dgm:spPr/>
    </dgm:pt>
    <dgm:pt modelId="{366DC9A8-68D5-904B-AD4D-16EA5888A1CF}" type="pres">
      <dgm:prSet presAssocID="{0BA855DA-515E-49E5-BEC4-E85AD843A076}" presName="tx1" presStyleLbl="revTx" presStyleIdx="2" presStyleCnt="3"/>
      <dgm:spPr/>
    </dgm:pt>
    <dgm:pt modelId="{3E73CE13-BF46-9041-A0DD-B9E810A8E6D4}" type="pres">
      <dgm:prSet presAssocID="{0BA855DA-515E-49E5-BEC4-E85AD843A076}" presName="vert1" presStyleCnt="0"/>
      <dgm:spPr/>
    </dgm:pt>
  </dgm:ptLst>
  <dgm:cxnLst>
    <dgm:cxn modelId="{55706E15-42EB-0D4F-B046-91843D9A8E3C}" type="presOf" srcId="{0BA855DA-515E-49E5-BEC4-E85AD843A076}" destId="{366DC9A8-68D5-904B-AD4D-16EA5888A1CF}" srcOrd="0" destOrd="0" presId="urn:microsoft.com/office/officeart/2008/layout/LinedList"/>
    <dgm:cxn modelId="{4F80C25B-5F74-8D40-841A-2980BC87CE02}" type="presOf" srcId="{8CB951BF-C7D5-47ED-845E-1AFAE8A8B436}" destId="{6D581746-8FC1-2B42-8A96-348878B54761}" srcOrd="0" destOrd="0" presId="urn:microsoft.com/office/officeart/2008/layout/LinedList"/>
    <dgm:cxn modelId="{55A28472-D1E6-43E8-AA0F-1D15CC59B1D1}" srcId="{0716F0B0-3D18-4A18-98C7-D879CE04C091}" destId="{3B325D5C-2E1B-4C6D-B4F7-33FFCBECC366}" srcOrd="0" destOrd="0" parTransId="{84528089-0F61-4BBA-8619-F17383BD4833}" sibTransId="{53F7C999-D3C1-47A5-BE9F-6851115A62AC}"/>
    <dgm:cxn modelId="{C6D27BD2-FF2C-4094-839D-4C7C6E934772}" srcId="{0716F0B0-3D18-4A18-98C7-D879CE04C091}" destId="{8CB951BF-C7D5-47ED-845E-1AFAE8A8B436}" srcOrd="1" destOrd="0" parTransId="{FF9B3311-5B99-4F55-AC62-24DF2A9D079A}" sibTransId="{9318D299-2E1A-46E9-B831-A1BF371C1F12}"/>
    <dgm:cxn modelId="{4B7797D5-BDAA-3A44-A5A5-89FBCBB5E8C2}" type="presOf" srcId="{0716F0B0-3D18-4A18-98C7-D879CE04C091}" destId="{E07CDB73-433A-D34D-A9AF-967BFD201668}" srcOrd="0" destOrd="0" presId="urn:microsoft.com/office/officeart/2008/layout/LinedList"/>
    <dgm:cxn modelId="{3E2434F2-740B-48E4-A65B-0FD1FCB2E378}" srcId="{0716F0B0-3D18-4A18-98C7-D879CE04C091}" destId="{0BA855DA-515E-49E5-BEC4-E85AD843A076}" srcOrd="2" destOrd="0" parTransId="{3D9858EF-E3EE-4760-BE7F-D0860EB512A9}" sibTransId="{20800840-BBAC-4E44-91EF-7E17782AAAB0}"/>
    <dgm:cxn modelId="{A3510EFC-9C4C-894A-B6F5-D80E39E29B83}" type="presOf" srcId="{3B325D5C-2E1B-4C6D-B4F7-33FFCBECC366}" destId="{49201F7D-2294-F347-8DC3-192E4DEFBB42}" srcOrd="0" destOrd="0" presId="urn:microsoft.com/office/officeart/2008/layout/LinedList"/>
    <dgm:cxn modelId="{DD974EA7-6048-874D-A361-8CADCAA9D9CA}" type="presParOf" srcId="{E07CDB73-433A-D34D-A9AF-967BFD201668}" destId="{71F8B731-6536-3545-891A-49C76A2EE29E}" srcOrd="0" destOrd="0" presId="urn:microsoft.com/office/officeart/2008/layout/LinedList"/>
    <dgm:cxn modelId="{529C2DBE-989D-5542-8380-56F03398DA2F}" type="presParOf" srcId="{E07CDB73-433A-D34D-A9AF-967BFD201668}" destId="{B173F0AF-8F97-4C40-A3D8-0A55D3735CCB}" srcOrd="1" destOrd="0" presId="urn:microsoft.com/office/officeart/2008/layout/LinedList"/>
    <dgm:cxn modelId="{C9DB2BA5-4A35-964A-AF64-98BD413279EB}" type="presParOf" srcId="{B173F0AF-8F97-4C40-A3D8-0A55D3735CCB}" destId="{49201F7D-2294-F347-8DC3-192E4DEFBB42}" srcOrd="0" destOrd="0" presId="urn:microsoft.com/office/officeart/2008/layout/LinedList"/>
    <dgm:cxn modelId="{9D860922-BC0E-9942-BBFA-341BFD847813}" type="presParOf" srcId="{B173F0AF-8F97-4C40-A3D8-0A55D3735CCB}" destId="{DC1D6C91-CE28-E641-AE17-967EAC03F20B}" srcOrd="1" destOrd="0" presId="urn:microsoft.com/office/officeart/2008/layout/LinedList"/>
    <dgm:cxn modelId="{7FF4F9E6-48B3-E444-8270-FE94102E7D9A}" type="presParOf" srcId="{E07CDB73-433A-D34D-A9AF-967BFD201668}" destId="{5BD31656-322A-AF46-A92F-C6C31E244AED}" srcOrd="2" destOrd="0" presId="urn:microsoft.com/office/officeart/2008/layout/LinedList"/>
    <dgm:cxn modelId="{9140859A-F44F-6945-9F1E-D9D6A7C56559}" type="presParOf" srcId="{E07CDB73-433A-D34D-A9AF-967BFD201668}" destId="{5061DB9F-CA83-5542-808B-75539A15716A}" srcOrd="3" destOrd="0" presId="urn:microsoft.com/office/officeart/2008/layout/LinedList"/>
    <dgm:cxn modelId="{DF042383-380D-844D-894C-5727ACD11763}" type="presParOf" srcId="{5061DB9F-CA83-5542-808B-75539A15716A}" destId="{6D581746-8FC1-2B42-8A96-348878B54761}" srcOrd="0" destOrd="0" presId="urn:microsoft.com/office/officeart/2008/layout/LinedList"/>
    <dgm:cxn modelId="{23CD465F-9781-FD44-A0FA-EF70E2B05084}" type="presParOf" srcId="{5061DB9F-CA83-5542-808B-75539A15716A}" destId="{4F749C88-6EF8-984F-8CDA-98C288303CEC}" srcOrd="1" destOrd="0" presId="urn:microsoft.com/office/officeart/2008/layout/LinedList"/>
    <dgm:cxn modelId="{905CD8B1-983A-2343-87B4-B78C78D42E97}" type="presParOf" srcId="{E07CDB73-433A-D34D-A9AF-967BFD201668}" destId="{FFCF2412-4AC0-A846-8C9C-BB2F33188C5E}" srcOrd="4" destOrd="0" presId="urn:microsoft.com/office/officeart/2008/layout/LinedList"/>
    <dgm:cxn modelId="{0B129E88-3F2B-D140-B48D-96930F61718E}" type="presParOf" srcId="{E07CDB73-433A-D34D-A9AF-967BFD201668}" destId="{286EB2AD-574F-4F4E-B5E0-AD995B2BB9C2}" srcOrd="5" destOrd="0" presId="urn:microsoft.com/office/officeart/2008/layout/LinedList"/>
    <dgm:cxn modelId="{C144C905-6F8E-E149-A662-7E39BC9AB0AA}" type="presParOf" srcId="{286EB2AD-574F-4F4E-B5E0-AD995B2BB9C2}" destId="{366DC9A8-68D5-904B-AD4D-16EA5888A1CF}" srcOrd="0" destOrd="0" presId="urn:microsoft.com/office/officeart/2008/layout/LinedList"/>
    <dgm:cxn modelId="{9FBA4BF7-393B-BC41-A0DE-791F7DB615A2}" type="presParOf" srcId="{286EB2AD-574F-4F4E-B5E0-AD995B2BB9C2}" destId="{3E73CE13-BF46-9041-A0DD-B9E810A8E6D4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508FFAA-C1ED-4B55-A3C4-6CFEA3FE324C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7A817C75-B241-494E-931A-7011ED53145B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Make</a:t>
          </a:r>
        </a:p>
      </dgm:t>
    </dgm:pt>
    <dgm:pt modelId="{388505A8-A3C2-4B4F-9248-036E0CAA49BE}" type="parTrans" cxnId="{9E4271DC-6AE3-48FB-8264-9B3DABA150CB}">
      <dgm:prSet/>
      <dgm:spPr/>
      <dgm:t>
        <a:bodyPr/>
        <a:lstStyle/>
        <a:p>
          <a:endParaRPr lang="en-US"/>
        </a:p>
      </dgm:t>
    </dgm:pt>
    <dgm:pt modelId="{91FEECE5-9CAD-44A4-940E-DBB7FD7B1835}" type="sibTrans" cxnId="{9E4271DC-6AE3-48FB-8264-9B3DABA150CB}">
      <dgm:prSet/>
      <dgm:spPr/>
      <dgm:t>
        <a:bodyPr/>
        <a:lstStyle/>
        <a:p>
          <a:endParaRPr lang="en-US"/>
        </a:p>
      </dgm:t>
    </dgm:pt>
    <dgm:pt modelId="{C19730C7-6898-4E68-B7F0-03418663838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Make stouter branches that can hold more fruit</a:t>
          </a:r>
        </a:p>
      </dgm:t>
    </dgm:pt>
    <dgm:pt modelId="{B8ADD238-6466-4F0E-88F6-5B5155E85877}" type="parTrans" cxnId="{8661BFCD-63B8-44B2-82E9-3A72C01E6089}">
      <dgm:prSet/>
      <dgm:spPr/>
      <dgm:t>
        <a:bodyPr/>
        <a:lstStyle/>
        <a:p>
          <a:endParaRPr lang="en-US"/>
        </a:p>
      </dgm:t>
    </dgm:pt>
    <dgm:pt modelId="{1AC03250-F6C2-4B9D-9215-1B16D8E5FD91}" type="sibTrans" cxnId="{8661BFCD-63B8-44B2-82E9-3A72C01E6089}">
      <dgm:prSet/>
      <dgm:spPr/>
      <dgm:t>
        <a:bodyPr/>
        <a:lstStyle/>
        <a:p>
          <a:endParaRPr lang="en-US"/>
        </a:p>
      </dgm:t>
    </dgm:pt>
    <dgm:pt modelId="{F86FB517-C31D-4D7F-95C7-AFC0135488C2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Increase</a:t>
          </a:r>
        </a:p>
      </dgm:t>
    </dgm:pt>
    <dgm:pt modelId="{FE77F35E-0F38-4735-B53B-A8624DF94FCF}" type="parTrans" cxnId="{E0B79DE7-B4AA-497C-A96C-165B9F48E1BB}">
      <dgm:prSet/>
      <dgm:spPr/>
      <dgm:t>
        <a:bodyPr/>
        <a:lstStyle/>
        <a:p>
          <a:endParaRPr lang="en-US"/>
        </a:p>
      </dgm:t>
    </dgm:pt>
    <dgm:pt modelId="{76C16CCE-4A7B-46DC-8DF5-FD8287214A86}" type="sibTrans" cxnId="{E0B79DE7-B4AA-497C-A96C-165B9F48E1BB}">
      <dgm:prSet/>
      <dgm:spPr/>
      <dgm:t>
        <a:bodyPr/>
        <a:lstStyle/>
        <a:p>
          <a:endParaRPr lang="en-US"/>
        </a:p>
      </dgm:t>
    </dgm:pt>
    <dgm:pt modelId="{037BE10D-8AC4-41D4-87F5-5456E502790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Increase light penetration through canopy to improve fruit color and quality </a:t>
          </a:r>
        </a:p>
      </dgm:t>
    </dgm:pt>
    <dgm:pt modelId="{109BEC41-343E-4C7E-891B-BBBC9BAF38BA}" type="parTrans" cxnId="{0607F7A0-9EDB-440B-B2B4-BB0C711A3C24}">
      <dgm:prSet/>
      <dgm:spPr/>
      <dgm:t>
        <a:bodyPr/>
        <a:lstStyle/>
        <a:p>
          <a:endParaRPr lang="en-US"/>
        </a:p>
      </dgm:t>
    </dgm:pt>
    <dgm:pt modelId="{D6BAD229-65B9-4275-BC10-049802F66449}" type="sibTrans" cxnId="{0607F7A0-9EDB-440B-B2B4-BB0C711A3C24}">
      <dgm:prSet/>
      <dgm:spPr/>
      <dgm:t>
        <a:bodyPr/>
        <a:lstStyle/>
        <a:p>
          <a:endParaRPr lang="en-US"/>
        </a:p>
      </dgm:t>
    </dgm:pt>
    <dgm:pt modelId="{FC20927A-5F81-42BA-8772-919D44B9F91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Improve</a:t>
          </a:r>
        </a:p>
      </dgm:t>
    </dgm:pt>
    <dgm:pt modelId="{2F27D9AE-AA9A-4A44-8010-5D33B8309765}" type="parTrans" cxnId="{464B2FAA-E8F8-4FCA-888E-5A0FCBC9320A}">
      <dgm:prSet/>
      <dgm:spPr/>
      <dgm:t>
        <a:bodyPr/>
        <a:lstStyle/>
        <a:p>
          <a:endParaRPr lang="en-US"/>
        </a:p>
      </dgm:t>
    </dgm:pt>
    <dgm:pt modelId="{429CB52A-AD54-4614-8EC8-F1A5722AC492}" type="sibTrans" cxnId="{464B2FAA-E8F8-4FCA-888E-5A0FCBC9320A}">
      <dgm:prSet/>
      <dgm:spPr/>
      <dgm:t>
        <a:bodyPr/>
        <a:lstStyle/>
        <a:p>
          <a:endParaRPr lang="en-US"/>
        </a:p>
      </dgm:t>
    </dgm:pt>
    <dgm:pt modelId="{F2AC0824-AE65-485F-97DF-4DCD9E904F8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Improve air circulation to reduce fungal problems</a:t>
          </a:r>
        </a:p>
      </dgm:t>
    </dgm:pt>
    <dgm:pt modelId="{9BEB1CA3-EE5D-49A5-BBAE-79CBB34DC0F9}" type="parTrans" cxnId="{F31E1425-2ADB-4B0D-BA98-389DEAFEF52B}">
      <dgm:prSet/>
      <dgm:spPr/>
      <dgm:t>
        <a:bodyPr/>
        <a:lstStyle/>
        <a:p>
          <a:endParaRPr lang="en-US"/>
        </a:p>
      </dgm:t>
    </dgm:pt>
    <dgm:pt modelId="{7014FD7D-84BF-42EA-9815-B323EAE704B5}" type="sibTrans" cxnId="{F31E1425-2ADB-4B0D-BA98-389DEAFEF52B}">
      <dgm:prSet/>
      <dgm:spPr/>
      <dgm:t>
        <a:bodyPr/>
        <a:lstStyle/>
        <a:p>
          <a:endParaRPr lang="en-US"/>
        </a:p>
      </dgm:t>
    </dgm:pt>
    <dgm:pt modelId="{8D70D935-FA12-4C36-9EFD-9BE9024B628B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Manage</a:t>
          </a:r>
        </a:p>
      </dgm:t>
    </dgm:pt>
    <dgm:pt modelId="{C27A3E71-44EC-46B7-ABC2-6875D6F35FFC}" type="parTrans" cxnId="{12442669-5BDB-43B2-9C9E-21C9A43BEE14}">
      <dgm:prSet/>
      <dgm:spPr/>
      <dgm:t>
        <a:bodyPr/>
        <a:lstStyle/>
        <a:p>
          <a:endParaRPr lang="en-US"/>
        </a:p>
      </dgm:t>
    </dgm:pt>
    <dgm:pt modelId="{9EB624FF-6A69-4823-B67F-D7D3E5D0DB9A}" type="sibTrans" cxnId="{12442669-5BDB-43B2-9C9E-21C9A43BEE14}">
      <dgm:prSet/>
      <dgm:spPr/>
      <dgm:t>
        <a:bodyPr/>
        <a:lstStyle/>
        <a:p>
          <a:endParaRPr lang="en-US"/>
        </a:p>
      </dgm:t>
    </dgm:pt>
    <dgm:pt modelId="{40DDC92F-AC30-4963-A7E9-E208833E636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Manage quantity of flower buds to reduce branch breakage in the summer </a:t>
          </a:r>
        </a:p>
      </dgm:t>
    </dgm:pt>
    <dgm:pt modelId="{DCE1FFB8-AA8A-4DE7-9F76-5096A3E4115A}" type="parTrans" cxnId="{16C74557-E91A-49D4-8B25-4D4A30C93D62}">
      <dgm:prSet/>
      <dgm:spPr/>
      <dgm:t>
        <a:bodyPr/>
        <a:lstStyle/>
        <a:p>
          <a:endParaRPr lang="en-US"/>
        </a:p>
      </dgm:t>
    </dgm:pt>
    <dgm:pt modelId="{9AD49AE2-FB12-457B-B0EB-C06433CF3C3E}" type="sibTrans" cxnId="{16C74557-E91A-49D4-8B25-4D4A30C93D62}">
      <dgm:prSet/>
      <dgm:spPr/>
      <dgm:t>
        <a:bodyPr/>
        <a:lstStyle/>
        <a:p>
          <a:endParaRPr lang="en-US"/>
        </a:p>
      </dgm:t>
    </dgm:pt>
    <dgm:pt modelId="{26C0E005-8E76-4849-A923-42860AD94F76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Maintain</a:t>
          </a:r>
        </a:p>
      </dgm:t>
    </dgm:pt>
    <dgm:pt modelId="{F55F2A49-14C1-47EE-98C0-83DF12A90EBE}" type="parTrans" cxnId="{10F680AF-5356-4853-BFC8-E3A6E128410F}">
      <dgm:prSet/>
      <dgm:spPr/>
      <dgm:t>
        <a:bodyPr/>
        <a:lstStyle/>
        <a:p>
          <a:endParaRPr lang="en-US"/>
        </a:p>
      </dgm:t>
    </dgm:pt>
    <dgm:pt modelId="{BA239DB2-B629-43AE-AAA0-BA0BF52E89AC}" type="sibTrans" cxnId="{10F680AF-5356-4853-BFC8-E3A6E128410F}">
      <dgm:prSet/>
      <dgm:spPr/>
      <dgm:t>
        <a:bodyPr/>
        <a:lstStyle/>
        <a:p>
          <a:endParaRPr lang="en-US"/>
        </a:p>
      </dgm:t>
    </dgm:pt>
    <dgm:pt modelId="{420E86FA-40DA-4BF6-918B-B4016B55DC9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Maintain height and shape to ease harvest</a:t>
          </a:r>
        </a:p>
      </dgm:t>
    </dgm:pt>
    <dgm:pt modelId="{94C8CF25-C26A-401B-9007-9CFE08E27607}" type="parTrans" cxnId="{F55DCBC9-C1E0-402D-A56E-E22E43A7565A}">
      <dgm:prSet/>
      <dgm:spPr/>
      <dgm:t>
        <a:bodyPr/>
        <a:lstStyle/>
        <a:p>
          <a:endParaRPr lang="en-US"/>
        </a:p>
      </dgm:t>
    </dgm:pt>
    <dgm:pt modelId="{028836A4-B47A-41AE-9DF6-5F528CDC80E1}" type="sibTrans" cxnId="{F55DCBC9-C1E0-402D-A56E-E22E43A7565A}">
      <dgm:prSet/>
      <dgm:spPr/>
      <dgm:t>
        <a:bodyPr/>
        <a:lstStyle/>
        <a:p>
          <a:endParaRPr lang="en-US"/>
        </a:p>
      </dgm:t>
    </dgm:pt>
    <dgm:pt modelId="{241F581F-50E1-49EE-A340-8B13BB1BF5CB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Push</a:t>
          </a:r>
        </a:p>
      </dgm:t>
    </dgm:pt>
    <dgm:pt modelId="{07695945-9B95-45E1-B2C4-3598CF01F0A2}" type="parTrans" cxnId="{55E8E71E-9EE8-421E-BDFC-44CF36E5CD33}">
      <dgm:prSet/>
      <dgm:spPr/>
      <dgm:t>
        <a:bodyPr/>
        <a:lstStyle/>
        <a:p>
          <a:endParaRPr lang="en-US"/>
        </a:p>
      </dgm:t>
    </dgm:pt>
    <dgm:pt modelId="{99D878D3-D462-4A8D-B565-C98656AF0087}" type="sibTrans" cxnId="{55E8E71E-9EE8-421E-BDFC-44CF36E5CD33}">
      <dgm:prSet/>
      <dgm:spPr/>
      <dgm:t>
        <a:bodyPr/>
        <a:lstStyle/>
        <a:p>
          <a:endParaRPr lang="en-US"/>
        </a:p>
      </dgm:t>
    </dgm:pt>
    <dgm:pt modelId="{F19B8ED2-2762-4C2E-8079-3527B10F933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Push fruit to exterior where there is more light and fruit is easier to pick by managing interior growth.</a:t>
          </a:r>
        </a:p>
      </dgm:t>
    </dgm:pt>
    <dgm:pt modelId="{34AC9AEA-1A4F-4281-B21C-BF15C55E448B}" type="parTrans" cxnId="{22B6A232-04F7-4C04-A8F9-EE8F59254B1F}">
      <dgm:prSet/>
      <dgm:spPr/>
      <dgm:t>
        <a:bodyPr/>
        <a:lstStyle/>
        <a:p>
          <a:endParaRPr lang="en-US"/>
        </a:p>
      </dgm:t>
    </dgm:pt>
    <dgm:pt modelId="{8E770C37-5511-4A79-BEBD-CA594C14A186}" type="sibTrans" cxnId="{22B6A232-04F7-4C04-A8F9-EE8F59254B1F}">
      <dgm:prSet/>
      <dgm:spPr/>
      <dgm:t>
        <a:bodyPr/>
        <a:lstStyle/>
        <a:p>
          <a:endParaRPr lang="en-US"/>
        </a:p>
      </dgm:t>
    </dgm:pt>
    <dgm:pt modelId="{01511A7E-CBEB-432F-A3B6-EEAD2437E42A}" type="pres">
      <dgm:prSet presAssocID="{1508FFAA-C1ED-4B55-A3C4-6CFEA3FE324C}" presName="root" presStyleCnt="0">
        <dgm:presLayoutVars>
          <dgm:dir/>
          <dgm:resizeHandles val="exact"/>
        </dgm:presLayoutVars>
      </dgm:prSet>
      <dgm:spPr/>
    </dgm:pt>
    <dgm:pt modelId="{ACEA87F1-B502-47B2-9407-65AF56D65DA6}" type="pres">
      <dgm:prSet presAssocID="{7A817C75-B241-494E-931A-7011ED53145B}" presName="compNode" presStyleCnt="0"/>
      <dgm:spPr/>
    </dgm:pt>
    <dgm:pt modelId="{904668E8-5CD1-4575-837A-4A2DB983F9D3}" type="pres">
      <dgm:prSet presAssocID="{7A817C75-B241-494E-931A-7011ED53145B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pple"/>
        </a:ext>
      </dgm:extLst>
    </dgm:pt>
    <dgm:pt modelId="{BC52CABE-D8D9-470B-A057-FDB20EB0D9D5}" type="pres">
      <dgm:prSet presAssocID="{7A817C75-B241-494E-931A-7011ED53145B}" presName="iconSpace" presStyleCnt="0"/>
      <dgm:spPr/>
    </dgm:pt>
    <dgm:pt modelId="{04C6AC57-11C8-4582-9F7F-DB68BA1A98FB}" type="pres">
      <dgm:prSet presAssocID="{7A817C75-B241-494E-931A-7011ED53145B}" presName="parTx" presStyleLbl="revTx" presStyleIdx="0" presStyleCnt="12">
        <dgm:presLayoutVars>
          <dgm:chMax val="0"/>
          <dgm:chPref val="0"/>
        </dgm:presLayoutVars>
      </dgm:prSet>
      <dgm:spPr/>
    </dgm:pt>
    <dgm:pt modelId="{89C60206-ED4B-4DB8-957B-549D761F3EB0}" type="pres">
      <dgm:prSet presAssocID="{7A817C75-B241-494E-931A-7011ED53145B}" presName="txSpace" presStyleCnt="0"/>
      <dgm:spPr/>
    </dgm:pt>
    <dgm:pt modelId="{23428272-E36E-425D-873F-B05BD6DB9611}" type="pres">
      <dgm:prSet presAssocID="{7A817C75-B241-494E-931A-7011ED53145B}" presName="desTx" presStyleLbl="revTx" presStyleIdx="1" presStyleCnt="12">
        <dgm:presLayoutVars/>
      </dgm:prSet>
      <dgm:spPr/>
    </dgm:pt>
    <dgm:pt modelId="{D4F9AE4C-A401-4F8C-9196-E9F8F3FBCE97}" type="pres">
      <dgm:prSet presAssocID="{91FEECE5-9CAD-44A4-940E-DBB7FD7B1835}" presName="sibTrans" presStyleCnt="0"/>
      <dgm:spPr/>
    </dgm:pt>
    <dgm:pt modelId="{3E4DF15F-81AA-4DA1-A26F-EDE2758D1889}" type="pres">
      <dgm:prSet presAssocID="{F86FB517-C31D-4D7F-95C7-AFC0135488C2}" presName="compNode" presStyleCnt="0"/>
      <dgm:spPr/>
    </dgm:pt>
    <dgm:pt modelId="{89BBE565-A042-4F97-AAE3-28D98CE493B2}" type="pres">
      <dgm:prSet presAssocID="{F86FB517-C31D-4D7F-95C7-AFC0135488C2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eciduous tree"/>
        </a:ext>
      </dgm:extLst>
    </dgm:pt>
    <dgm:pt modelId="{E291C2C9-4CCC-4F18-B7A0-A8D74B382E93}" type="pres">
      <dgm:prSet presAssocID="{F86FB517-C31D-4D7F-95C7-AFC0135488C2}" presName="iconSpace" presStyleCnt="0"/>
      <dgm:spPr/>
    </dgm:pt>
    <dgm:pt modelId="{77C6DC64-577C-437A-B21E-522CDFE1802A}" type="pres">
      <dgm:prSet presAssocID="{F86FB517-C31D-4D7F-95C7-AFC0135488C2}" presName="parTx" presStyleLbl="revTx" presStyleIdx="2" presStyleCnt="12">
        <dgm:presLayoutVars>
          <dgm:chMax val="0"/>
          <dgm:chPref val="0"/>
        </dgm:presLayoutVars>
      </dgm:prSet>
      <dgm:spPr/>
    </dgm:pt>
    <dgm:pt modelId="{B721F25E-36D1-40DF-B387-18F3DDC6D51D}" type="pres">
      <dgm:prSet presAssocID="{F86FB517-C31D-4D7F-95C7-AFC0135488C2}" presName="txSpace" presStyleCnt="0"/>
      <dgm:spPr/>
    </dgm:pt>
    <dgm:pt modelId="{CB26C5B8-44AE-49F7-8134-3EE286163A0B}" type="pres">
      <dgm:prSet presAssocID="{F86FB517-C31D-4D7F-95C7-AFC0135488C2}" presName="desTx" presStyleLbl="revTx" presStyleIdx="3" presStyleCnt="12">
        <dgm:presLayoutVars/>
      </dgm:prSet>
      <dgm:spPr/>
    </dgm:pt>
    <dgm:pt modelId="{1990E4E1-D043-4408-8B7D-298B8094DB45}" type="pres">
      <dgm:prSet presAssocID="{76C16CCE-4A7B-46DC-8DF5-FD8287214A86}" presName="sibTrans" presStyleCnt="0"/>
      <dgm:spPr/>
    </dgm:pt>
    <dgm:pt modelId="{84B2F439-9FB8-49B6-8289-0EFA95CAADE5}" type="pres">
      <dgm:prSet presAssocID="{FC20927A-5F81-42BA-8772-919D44B9F91F}" presName="compNode" presStyleCnt="0"/>
      <dgm:spPr/>
    </dgm:pt>
    <dgm:pt modelId="{77E5AE88-71E2-4EEF-81DA-196013FC00E2}" type="pres">
      <dgm:prSet presAssocID="{FC20927A-5F81-42BA-8772-919D44B9F91F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9161B8D2-354C-470E-913C-28F250AB4464}" type="pres">
      <dgm:prSet presAssocID="{FC20927A-5F81-42BA-8772-919D44B9F91F}" presName="iconSpace" presStyleCnt="0"/>
      <dgm:spPr/>
    </dgm:pt>
    <dgm:pt modelId="{9D01186B-8BD4-4B6C-8623-56B3B204AF49}" type="pres">
      <dgm:prSet presAssocID="{FC20927A-5F81-42BA-8772-919D44B9F91F}" presName="parTx" presStyleLbl="revTx" presStyleIdx="4" presStyleCnt="12">
        <dgm:presLayoutVars>
          <dgm:chMax val="0"/>
          <dgm:chPref val="0"/>
        </dgm:presLayoutVars>
      </dgm:prSet>
      <dgm:spPr/>
    </dgm:pt>
    <dgm:pt modelId="{343AF9AA-C76C-4EB3-AF4E-2AAADEA6770A}" type="pres">
      <dgm:prSet presAssocID="{FC20927A-5F81-42BA-8772-919D44B9F91F}" presName="txSpace" presStyleCnt="0"/>
      <dgm:spPr/>
    </dgm:pt>
    <dgm:pt modelId="{AB3B29D9-09D7-44CC-B963-B358FC172984}" type="pres">
      <dgm:prSet presAssocID="{FC20927A-5F81-42BA-8772-919D44B9F91F}" presName="desTx" presStyleLbl="revTx" presStyleIdx="5" presStyleCnt="12">
        <dgm:presLayoutVars/>
      </dgm:prSet>
      <dgm:spPr/>
    </dgm:pt>
    <dgm:pt modelId="{C9E1E236-84E7-45D5-9021-D763FC1A106A}" type="pres">
      <dgm:prSet presAssocID="{429CB52A-AD54-4614-8EC8-F1A5722AC492}" presName="sibTrans" presStyleCnt="0"/>
      <dgm:spPr/>
    </dgm:pt>
    <dgm:pt modelId="{EE656D15-1D9D-4F83-965A-482863D95FE9}" type="pres">
      <dgm:prSet presAssocID="{8D70D935-FA12-4C36-9EFD-9BE9024B628B}" presName="compNode" presStyleCnt="0"/>
      <dgm:spPr/>
    </dgm:pt>
    <dgm:pt modelId="{46228170-225B-41B1-A16D-A1A2E87E6630}" type="pres">
      <dgm:prSet presAssocID="{8D70D935-FA12-4C36-9EFD-9BE9024B628B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er in pot"/>
        </a:ext>
      </dgm:extLst>
    </dgm:pt>
    <dgm:pt modelId="{7D787955-E3D0-4E5F-ACA3-9F172979D589}" type="pres">
      <dgm:prSet presAssocID="{8D70D935-FA12-4C36-9EFD-9BE9024B628B}" presName="iconSpace" presStyleCnt="0"/>
      <dgm:spPr/>
    </dgm:pt>
    <dgm:pt modelId="{AB2716DD-EC8C-40C2-9F66-787592D4C231}" type="pres">
      <dgm:prSet presAssocID="{8D70D935-FA12-4C36-9EFD-9BE9024B628B}" presName="parTx" presStyleLbl="revTx" presStyleIdx="6" presStyleCnt="12">
        <dgm:presLayoutVars>
          <dgm:chMax val="0"/>
          <dgm:chPref val="0"/>
        </dgm:presLayoutVars>
      </dgm:prSet>
      <dgm:spPr/>
    </dgm:pt>
    <dgm:pt modelId="{F3F6D39D-5CD0-4029-917A-DC162AA7192E}" type="pres">
      <dgm:prSet presAssocID="{8D70D935-FA12-4C36-9EFD-9BE9024B628B}" presName="txSpace" presStyleCnt="0"/>
      <dgm:spPr/>
    </dgm:pt>
    <dgm:pt modelId="{5D0E34CD-69B5-4EEA-A0EC-BDC855DC982C}" type="pres">
      <dgm:prSet presAssocID="{8D70D935-FA12-4C36-9EFD-9BE9024B628B}" presName="desTx" presStyleLbl="revTx" presStyleIdx="7" presStyleCnt="12">
        <dgm:presLayoutVars/>
      </dgm:prSet>
      <dgm:spPr/>
    </dgm:pt>
    <dgm:pt modelId="{2DDEAE5B-A896-4AFF-9F27-C666E034D57C}" type="pres">
      <dgm:prSet presAssocID="{9EB624FF-6A69-4823-B67F-D7D3E5D0DB9A}" presName="sibTrans" presStyleCnt="0"/>
      <dgm:spPr/>
    </dgm:pt>
    <dgm:pt modelId="{6491F9D1-9D0A-40DA-AB93-79D3ED33C2CD}" type="pres">
      <dgm:prSet presAssocID="{26C0E005-8E76-4849-A923-42860AD94F76}" presName="compNode" presStyleCnt="0"/>
      <dgm:spPr/>
    </dgm:pt>
    <dgm:pt modelId="{D012919D-BBBB-42A7-BB9A-E2CDBA63FA74}" type="pres">
      <dgm:prSet presAssocID="{26C0E005-8E76-4849-A923-42860AD94F76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D5E6E7AA-B5DF-4560-AB6B-CCB893B1C27E}" type="pres">
      <dgm:prSet presAssocID="{26C0E005-8E76-4849-A923-42860AD94F76}" presName="iconSpace" presStyleCnt="0"/>
      <dgm:spPr/>
    </dgm:pt>
    <dgm:pt modelId="{32AE1413-AA00-45BC-8146-648653CB85D8}" type="pres">
      <dgm:prSet presAssocID="{26C0E005-8E76-4849-A923-42860AD94F76}" presName="parTx" presStyleLbl="revTx" presStyleIdx="8" presStyleCnt="12">
        <dgm:presLayoutVars>
          <dgm:chMax val="0"/>
          <dgm:chPref val="0"/>
        </dgm:presLayoutVars>
      </dgm:prSet>
      <dgm:spPr/>
    </dgm:pt>
    <dgm:pt modelId="{485AFCA1-8E4F-48FB-B4E6-AFF382C68E8A}" type="pres">
      <dgm:prSet presAssocID="{26C0E005-8E76-4849-A923-42860AD94F76}" presName="txSpace" presStyleCnt="0"/>
      <dgm:spPr/>
    </dgm:pt>
    <dgm:pt modelId="{A2E1D183-F1B1-4E82-97ED-2AC3E285225C}" type="pres">
      <dgm:prSet presAssocID="{26C0E005-8E76-4849-A923-42860AD94F76}" presName="desTx" presStyleLbl="revTx" presStyleIdx="9" presStyleCnt="12">
        <dgm:presLayoutVars/>
      </dgm:prSet>
      <dgm:spPr/>
    </dgm:pt>
    <dgm:pt modelId="{DF138EBD-DE51-407E-8FC5-A324415F5B85}" type="pres">
      <dgm:prSet presAssocID="{BA239DB2-B629-43AE-AAA0-BA0BF52E89AC}" presName="sibTrans" presStyleCnt="0"/>
      <dgm:spPr/>
    </dgm:pt>
    <dgm:pt modelId="{AAF20133-7FA3-4C9D-A2CB-18FB15ED751D}" type="pres">
      <dgm:prSet presAssocID="{241F581F-50E1-49EE-A340-8B13BB1BF5CB}" presName="compNode" presStyleCnt="0"/>
      <dgm:spPr/>
    </dgm:pt>
    <dgm:pt modelId="{BDC6E0B2-8002-48D1-B077-D9278596D444}" type="pres">
      <dgm:prSet presAssocID="{241F581F-50E1-49EE-A340-8B13BB1BF5CB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apes"/>
        </a:ext>
      </dgm:extLst>
    </dgm:pt>
    <dgm:pt modelId="{0BB83463-A07C-4BA7-BA89-1ACBA6A37B15}" type="pres">
      <dgm:prSet presAssocID="{241F581F-50E1-49EE-A340-8B13BB1BF5CB}" presName="iconSpace" presStyleCnt="0"/>
      <dgm:spPr/>
    </dgm:pt>
    <dgm:pt modelId="{F582BBBD-9369-47EA-9BA5-F09B00A0D717}" type="pres">
      <dgm:prSet presAssocID="{241F581F-50E1-49EE-A340-8B13BB1BF5CB}" presName="parTx" presStyleLbl="revTx" presStyleIdx="10" presStyleCnt="12">
        <dgm:presLayoutVars>
          <dgm:chMax val="0"/>
          <dgm:chPref val="0"/>
        </dgm:presLayoutVars>
      </dgm:prSet>
      <dgm:spPr/>
    </dgm:pt>
    <dgm:pt modelId="{0E2F0817-D972-4BD2-BD5C-B0729FE94499}" type="pres">
      <dgm:prSet presAssocID="{241F581F-50E1-49EE-A340-8B13BB1BF5CB}" presName="txSpace" presStyleCnt="0"/>
      <dgm:spPr/>
    </dgm:pt>
    <dgm:pt modelId="{DA3E9510-1B8E-4B49-8EB3-B659DB11FFEF}" type="pres">
      <dgm:prSet presAssocID="{241F581F-50E1-49EE-A340-8B13BB1BF5CB}" presName="desTx" presStyleLbl="revTx" presStyleIdx="11" presStyleCnt="12">
        <dgm:presLayoutVars/>
      </dgm:prSet>
      <dgm:spPr/>
    </dgm:pt>
  </dgm:ptLst>
  <dgm:cxnLst>
    <dgm:cxn modelId="{55E8E71E-9EE8-421E-BDFC-44CF36E5CD33}" srcId="{1508FFAA-C1ED-4B55-A3C4-6CFEA3FE324C}" destId="{241F581F-50E1-49EE-A340-8B13BB1BF5CB}" srcOrd="5" destOrd="0" parTransId="{07695945-9B95-45E1-B2C4-3598CF01F0A2}" sibTransId="{99D878D3-D462-4A8D-B565-C98656AF0087}"/>
    <dgm:cxn modelId="{F31E1425-2ADB-4B0D-BA98-389DEAFEF52B}" srcId="{FC20927A-5F81-42BA-8772-919D44B9F91F}" destId="{F2AC0824-AE65-485F-97DF-4DCD9E904F80}" srcOrd="0" destOrd="0" parTransId="{9BEB1CA3-EE5D-49A5-BBAE-79CBB34DC0F9}" sibTransId="{7014FD7D-84BF-42EA-9815-B323EAE704B5}"/>
    <dgm:cxn modelId="{22B6A232-04F7-4C04-A8F9-EE8F59254B1F}" srcId="{241F581F-50E1-49EE-A340-8B13BB1BF5CB}" destId="{F19B8ED2-2762-4C2E-8079-3527B10F9338}" srcOrd="0" destOrd="0" parTransId="{34AC9AEA-1A4F-4281-B21C-BF15C55E448B}" sibTransId="{8E770C37-5511-4A79-BEBD-CA594C14A186}"/>
    <dgm:cxn modelId="{F92CD03A-CB47-4E44-B966-63BCA109F545}" type="presOf" srcId="{F86FB517-C31D-4D7F-95C7-AFC0135488C2}" destId="{77C6DC64-577C-437A-B21E-522CDFE1802A}" srcOrd="0" destOrd="0" presId="urn:microsoft.com/office/officeart/2018/5/layout/CenteredIconLabelDescriptionList"/>
    <dgm:cxn modelId="{0F8AC951-BEAF-8A45-91F7-444822AF6EB4}" type="presOf" srcId="{241F581F-50E1-49EE-A340-8B13BB1BF5CB}" destId="{F582BBBD-9369-47EA-9BA5-F09B00A0D717}" srcOrd="0" destOrd="0" presId="urn:microsoft.com/office/officeart/2018/5/layout/CenteredIconLabelDescriptionList"/>
    <dgm:cxn modelId="{16C74557-E91A-49D4-8B25-4D4A30C93D62}" srcId="{8D70D935-FA12-4C36-9EFD-9BE9024B628B}" destId="{40DDC92F-AC30-4963-A7E9-E208833E636C}" srcOrd="0" destOrd="0" parTransId="{DCE1FFB8-AA8A-4DE7-9F76-5096A3E4115A}" sibTransId="{9AD49AE2-FB12-457B-B0EB-C06433CF3C3E}"/>
    <dgm:cxn modelId="{00DFC459-84EA-2449-8B35-6C9CBE776EBA}" type="presOf" srcId="{037BE10D-8AC4-41D4-87F5-5456E5027903}" destId="{CB26C5B8-44AE-49F7-8134-3EE286163A0B}" srcOrd="0" destOrd="0" presId="urn:microsoft.com/office/officeart/2018/5/layout/CenteredIconLabelDescriptionList"/>
    <dgm:cxn modelId="{12442669-5BDB-43B2-9C9E-21C9A43BEE14}" srcId="{1508FFAA-C1ED-4B55-A3C4-6CFEA3FE324C}" destId="{8D70D935-FA12-4C36-9EFD-9BE9024B628B}" srcOrd="3" destOrd="0" parTransId="{C27A3E71-44EC-46B7-ABC2-6875D6F35FFC}" sibTransId="{9EB624FF-6A69-4823-B67F-D7D3E5D0DB9A}"/>
    <dgm:cxn modelId="{25AFC66D-DAEC-914D-B197-9BF378206712}" type="presOf" srcId="{40DDC92F-AC30-4963-A7E9-E208833E636C}" destId="{5D0E34CD-69B5-4EEA-A0EC-BDC855DC982C}" srcOrd="0" destOrd="0" presId="urn:microsoft.com/office/officeart/2018/5/layout/CenteredIconLabelDescriptionList"/>
    <dgm:cxn modelId="{7B987D7A-7DB6-484E-AE6E-BE730C57DBC1}" type="presOf" srcId="{420E86FA-40DA-4BF6-918B-B4016B55DC9B}" destId="{A2E1D183-F1B1-4E82-97ED-2AC3E285225C}" srcOrd="0" destOrd="0" presId="urn:microsoft.com/office/officeart/2018/5/layout/CenteredIconLabelDescriptionList"/>
    <dgm:cxn modelId="{F3251A86-930A-BD41-B613-9BD9FDD01DA7}" type="presOf" srcId="{C19730C7-6898-4E68-B7F0-034186638384}" destId="{23428272-E36E-425D-873F-B05BD6DB9611}" srcOrd="0" destOrd="0" presId="urn:microsoft.com/office/officeart/2018/5/layout/CenteredIconLabelDescriptionList"/>
    <dgm:cxn modelId="{0607F7A0-9EDB-440B-B2B4-BB0C711A3C24}" srcId="{F86FB517-C31D-4D7F-95C7-AFC0135488C2}" destId="{037BE10D-8AC4-41D4-87F5-5456E5027903}" srcOrd="0" destOrd="0" parTransId="{109BEC41-343E-4C7E-891B-BBBC9BAF38BA}" sibTransId="{D6BAD229-65B9-4275-BC10-049802F66449}"/>
    <dgm:cxn modelId="{A8EB08A2-3F45-CF4C-A92C-2704EC88FC1D}" type="presOf" srcId="{F19B8ED2-2762-4C2E-8079-3527B10F9338}" destId="{DA3E9510-1B8E-4B49-8EB3-B659DB11FFEF}" srcOrd="0" destOrd="0" presId="urn:microsoft.com/office/officeart/2018/5/layout/CenteredIconLabelDescriptionList"/>
    <dgm:cxn modelId="{464B2FAA-E8F8-4FCA-888E-5A0FCBC9320A}" srcId="{1508FFAA-C1ED-4B55-A3C4-6CFEA3FE324C}" destId="{FC20927A-5F81-42BA-8772-919D44B9F91F}" srcOrd="2" destOrd="0" parTransId="{2F27D9AE-AA9A-4A44-8010-5D33B8309765}" sibTransId="{429CB52A-AD54-4614-8EC8-F1A5722AC492}"/>
    <dgm:cxn modelId="{D10659AB-3824-C44C-99F5-6BA2100E0392}" type="presOf" srcId="{7A817C75-B241-494E-931A-7011ED53145B}" destId="{04C6AC57-11C8-4582-9F7F-DB68BA1A98FB}" srcOrd="0" destOrd="0" presId="urn:microsoft.com/office/officeart/2018/5/layout/CenteredIconLabelDescriptionList"/>
    <dgm:cxn modelId="{10F680AF-5356-4853-BFC8-E3A6E128410F}" srcId="{1508FFAA-C1ED-4B55-A3C4-6CFEA3FE324C}" destId="{26C0E005-8E76-4849-A923-42860AD94F76}" srcOrd="4" destOrd="0" parTransId="{F55F2A49-14C1-47EE-98C0-83DF12A90EBE}" sibTransId="{BA239DB2-B629-43AE-AAA0-BA0BF52E89AC}"/>
    <dgm:cxn modelId="{F55DCBC9-C1E0-402D-A56E-E22E43A7565A}" srcId="{26C0E005-8E76-4849-A923-42860AD94F76}" destId="{420E86FA-40DA-4BF6-918B-B4016B55DC9B}" srcOrd="0" destOrd="0" parTransId="{94C8CF25-C26A-401B-9007-9CFE08E27607}" sibTransId="{028836A4-B47A-41AE-9DF6-5F528CDC80E1}"/>
    <dgm:cxn modelId="{EFECF3C9-F9CB-9F40-BF36-C5B075D10FDF}" type="presOf" srcId="{F2AC0824-AE65-485F-97DF-4DCD9E904F80}" destId="{AB3B29D9-09D7-44CC-B963-B358FC172984}" srcOrd="0" destOrd="0" presId="urn:microsoft.com/office/officeart/2018/5/layout/CenteredIconLabelDescriptionList"/>
    <dgm:cxn modelId="{18109FCC-272E-D74E-BFAC-309CDC747293}" type="presOf" srcId="{26C0E005-8E76-4849-A923-42860AD94F76}" destId="{32AE1413-AA00-45BC-8146-648653CB85D8}" srcOrd="0" destOrd="0" presId="urn:microsoft.com/office/officeart/2018/5/layout/CenteredIconLabelDescriptionList"/>
    <dgm:cxn modelId="{8661BFCD-63B8-44B2-82E9-3A72C01E6089}" srcId="{7A817C75-B241-494E-931A-7011ED53145B}" destId="{C19730C7-6898-4E68-B7F0-034186638384}" srcOrd="0" destOrd="0" parTransId="{B8ADD238-6466-4F0E-88F6-5B5155E85877}" sibTransId="{1AC03250-F6C2-4B9D-9215-1B16D8E5FD91}"/>
    <dgm:cxn modelId="{C08B58DA-05C2-0644-BD5D-961508798905}" type="presOf" srcId="{8D70D935-FA12-4C36-9EFD-9BE9024B628B}" destId="{AB2716DD-EC8C-40C2-9F66-787592D4C231}" srcOrd="0" destOrd="0" presId="urn:microsoft.com/office/officeart/2018/5/layout/CenteredIconLabelDescriptionList"/>
    <dgm:cxn modelId="{9E4271DC-6AE3-48FB-8264-9B3DABA150CB}" srcId="{1508FFAA-C1ED-4B55-A3C4-6CFEA3FE324C}" destId="{7A817C75-B241-494E-931A-7011ED53145B}" srcOrd="0" destOrd="0" parTransId="{388505A8-A3C2-4B4F-9248-036E0CAA49BE}" sibTransId="{91FEECE5-9CAD-44A4-940E-DBB7FD7B1835}"/>
    <dgm:cxn modelId="{819AC4DF-D3A5-4F45-A8D1-89311DDB55B3}" type="presOf" srcId="{1508FFAA-C1ED-4B55-A3C4-6CFEA3FE324C}" destId="{01511A7E-CBEB-432F-A3B6-EEAD2437E42A}" srcOrd="0" destOrd="0" presId="urn:microsoft.com/office/officeart/2018/5/layout/CenteredIconLabelDescriptionList"/>
    <dgm:cxn modelId="{E0B79DE7-B4AA-497C-A96C-165B9F48E1BB}" srcId="{1508FFAA-C1ED-4B55-A3C4-6CFEA3FE324C}" destId="{F86FB517-C31D-4D7F-95C7-AFC0135488C2}" srcOrd="1" destOrd="0" parTransId="{FE77F35E-0F38-4735-B53B-A8624DF94FCF}" sibTransId="{76C16CCE-4A7B-46DC-8DF5-FD8287214A86}"/>
    <dgm:cxn modelId="{2AF82AFE-18ED-F644-B862-42ECF4427BE0}" type="presOf" srcId="{FC20927A-5F81-42BA-8772-919D44B9F91F}" destId="{9D01186B-8BD4-4B6C-8623-56B3B204AF49}" srcOrd="0" destOrd="0" presId="urn:microsoft.com/office/officeart/2018/5/layout/CenteredIconLabelDescriptionList"/>
    <dgm:cxn modelId="{02A77D66-A5D2-964A-B4DD-A5CE1B9B2EC7}" type="presParOf" srcId="{01511A7E-CBEB-432F-A3B6-EEAD2437E42A}" destId="{ACEA87F1-B502-47B2-9407-65AF56D65DA6}" srcOrd="0" destOrd="0" presId="urn:microsoft.com/office/officeart/2018/5/layout/CenteredIconLabelDescriptionList"/>
    <dgm:cxn modelId="{0E9D8C93-B09F-9F40-85A4-1492D5B99472}" type="presParOf" srcId="{ACEA87F1-B502-47B2-9407-65AF56D65DA6}" destId="{904668E8-5CD1-4575-837A-4A2DB983F9D3}" srcOrd="0" destOrd="0" presId="urn:microsoft.com/office/officeart/2018/5/layout/CenteredIconLabelDescriptionList"/>
    <dgm:cxn modelId="{7A85C1A6-DE08-6842-98B7-DDF53FA30099}" type="presParOf" srcId="{ACEA87F1-B502-47B2-9407-65AF56D65DA6}" destId="{BC52CABE-D8D9-470B-A057-FDB20EB0D9D5}" srcOrd="1" destOrd="0" presId="urn:microsoft.com/office/officeart/2018/5/layout/CenteredIconLabelDescriptionList"/>
    <dgm:cxn modelId="{3994C097-91FD-EE42-9994-A967134CA8BE}" type="presParOf" srcId="{ACEA87F1-B502-47B2-9407-65AF56D65DA6}" destId="{04C6AC57-11C8-4582-9F7F-DB68BA1A98FB}" srcOrd="2" destOrd="0" presId="urn:microsoft.com/office/officeart/2018/5/layout/CenteredIconLabelDescriptionList"/>
    <dgm:cxn modelId="{931EE17C-AA97-6144-803A-8E11EB7BB778}" type="presParOf" srcId="{ACEA87F1-B502-47B2-9407-65AF56D65DA6}" destId="{89C60206-ED4B-4DB8-957B-549D761F3EB0}" srcOrd="3" destOrd="0" presId="urn:microsoft.com/office/officeart/2018/5/layout/CenteredIconLabelDescriptionList"/>
    <dgm:cxn modelId="{8BE89927-CBA1-CF4C-88BF-4F5DD7156112}" type="presParOf" srcId="{ACEA87F1-B502-47B2-9407-65AF56D65DA6}" destId="{23428272-E36E-425D-873F-B05BD6DB9611}" srcOrd="4" destOrd="0" presId="urn:microsoft.com/office/officeart/2018/5/layout/CenteredIconLabelDescriptionList"/>
    <dgm:cxn modelId="{20D02CD2-689E-7E4D-A613-94831DC380F7}" type="presParOf" srcId="{01511A7E-CBEB-432F-A3B6-EEAD2437E42A}" destId="{D4F9AE4C-A401-4F8C-9196-E9F8F3FBCE97}" srcOrd="1" destOrd="0" presId="urn:microsoft.com/office/officeart/2018/5/layout/CenteredIconLabelDescriptionList"/>
    <dgm:cxn modelId="{D839D778-1892-D842-A1B3-48B34440DD8C}" type="presParOf" srcId="{01511A7E-CBEB-432F-A3B6-EEAD2437E42A}" destId="{3E4DF15F-81AA-4DA1-A26F-EDE2758D1889}" srcOrd="2" destOrd="0" presId="urn:microsoft.com/office/officeart/2018/5/layout/CenteredIconLabelDescriptionList"/>
    <dgm:cxn modelId="{45AA147B-74F4-3C40-B38C-1A55202D9ACF}" type="presParOf" srcId="{3E4DF15F-81AA-4DA1-A26F-EDE2758D1889}" destId="{89BBE565-A042-4F97-AAE3-28D98CE493B2}" srcOrd="0" destOrd="0" presId="urn:microsoft.com/office/officeart/2018/5/layout/CenteredIconLabelDescriptionList"/>
    <dgm:cxn modelId="{466E3BC7-F6DB-4C4A-89EF-D0CB5F441F86}" type="presParOf" srcId="{3E4DF15F-81AA-4DA1-A26F-EDE2758D1889}" destId="{E291C2C9-4CCC-4F18-B7A0-A8D74B382E93}" srcOrd="1" destOrd="0" presId="urn:microsoft.com/office/officeart/2018/5/layout/CenteredIconLabelDescriptionList"/>
    <dgm:cxn modelId="{8EB78C8A-8580-0E48-9D1C-D31A28469D78}" type="presParOf" srcId="{3E4DF15F-81AA-4DA1-A26F-EDE2758D1889}" destId="{77C6DC64-577C-437A-B21E-522CDFE1802A}" srcOrd="2" destOrd="0" presId="urn:microsoft.com/office/officeart/2018/5/layout/CenteredIconLabelDescriptionList"/>
    <dgm:cxn modelId="{D298D502-F130-844A-A3E8-D9E3D0156420}" type="presParOf" srcId="{3E4DF15F-81AA-4DA1-A26F-EDE2758D1889}" destId="{B721F25E-36D1-40DF-B387-18F3DDC6D51D}" srcOrd="3" destOrd="0" presId="urn:microsoft.com/office/officeart/2018/5/layout/CenteredIconLabelDescriptionList"/>
    <dgm:cxn modelId="{3EF45247-DFC7-EB44-B1F8-5132F2DBEF66}" type="presParOf" srcId="{3E4DF15F-81AA-4DA1-A26F-EDE2758D1889}" destId="{CB26C5B8-44AE-49F7-8134-3EE286163A0B}" srcOrd="4" destOrd="0" presId="urn:microsoft.com/office/officeart/2018/5/layout/CenteredIconLabelDescriptionList"/>
    <dgm:cxn modelId="{8C9AB893-F7FF-684E-91F3-4E671377D8F7}" type="presParOf" srcId="{01511A7E-CBEB-432F-A3B6-EEAD2437E42A}" destId="{1990E4E1-D043-4408-8B7D-298B8094DB45}" srcOrd="3" destOrd="0" presId="urn:microsoft.com/office/officeart/2018/5/layout/CenteredIconLabelDescriptionList"/>
    <dgm:cxn modelId="{08BB599F-9D7B-C149-A851-F0C9549F6ED3}" type="presParOf" srcId="{01511A7E-CBEB-432F-A3B6-EEAD2437E42A}" destId="{84B2F439-9FB8-49B6-8289-0EFA95CAADE5}" srcOrd="4" destOrd="0" presId="urn:microsoft.com/office/officeart/2018/5/layout/CenteredIconLabelDescriptionList"/>
    <dgm:cxn modelId="{007F1258-800C-F24D-8021-A6C5C24E78F8}" type="presParOf" srcId="{84B2F439-9FB8-49B6-8289-0EFA95CAADE5}" destId="{77E5AE88-71E2-4EEF-81DA-196013FC00E2}" srcOrd="0" destOrd="0" presId="urn:microsoft.com/office/officeart/2018/5/layout/CenteredIconLabelDescriptionList"/>
    <dgm:cxn modelId="{BB7264FA-63B8-A24F-A74B-E65965380020}" type="presParOf" srcId="{84B2F439-9FB8-49B6-8289-0EFA95CAADE5}" destId="{9161B8D2-354C-470E-913C-28F250AB4464}" srcOrd="1" destOrd="0" presId="urn:microsoft.com/office/officeart/2018/5/layout/CenteredIconLabelDescriptionList"/>
    <dgm:cxn modelId="{E2C8E93A-902F-844D-8BFE-A8F570C16C40}" type="presParOf" srcId="{84B2F439-9FB8-49B6-8289-0EFA95CAADE5}" destId="{9D01186B-8BD4-4B6C-8623-56B3B204AF49}" srcOrd="2" destOrd="0" presId="urn:microsoft.com/office/officeart/2018/5/layout/CenteredIconLabelDescriptionList"/>
    <dgm:cxn modelId="{6789656C-FC67-5746-BAFA-A993DC0ECB7D}" type="presParOf" srcId="{84B2F439-9FB8-49B6-8289-0EFA95CAADE5}" destId="{343AF9AA-C76C-4EB3-AF4E-2AAADEA6770A}" srcOrd="3" destOrd="0" presId="urn:microsoft.com/office/officeart/2018/5/layout/CenteredIconLabelDescriptionList"/>
    <dgm:cxn modelId="{8844DE6A-7D41-8A41-9119-5345B808970E}" type="presParOf" srcId="{84B2F439-9FB8-49B6-8289-0EFA95CAADE5}" destId="{AB3B29D9-09D7-44CC-B963-B358FC172984}" srcOrd="4" destOrd="0" presId="urn:microsoft.com/office/officeart/2018/5/layout/CenteredIconLabelDescriptionList"/>
    <dgm:cxn modelId="{33453795-1D34-4643-8708-D590704FBCB8}" type="presParOf" srcId="{01511A7E-CBEB-432F-A3B6-EEAD2437E42A}" destId="{C9E1E236-84E7-45D5-9021-D763FC1A106A}" srcOrd="5" destOrd="0" presId="urn:microsoft.com/office/officeart/2018/5/layout/CenteredIconLabelDescriptionList"/>
    <dgm:cxn modelId="{1F8D053C-DF41-3141-9C54-890D7275225A}" type="presParOf" srcId="{01511A7E-CBEB-432F-A3B6-EEAD2437E42A}" destId="{EE656D15-1D9D-4F83-965A-482863D95FE9}" srcOrd="6" destOrd="0" presId="urn:microsoft.com/office/officeart/2018/5/layout/CenteredIconLabelDescriptionList"/>
    <dgm:cxn modelId="{9187A21B-3C06-4D4E-A4AA-704F859CE36F}" type="presParOf" srcId="{EE656D15-1D9D-4F83-965A-482863D95FE9}" destId="{46228170-225B-41B1-A16D-A1A2E87E6630}" srcOrd="0" destOrd="0" presId="urn:microsoft.com/office/officeart/2018/5/layout/CenteredIconLabelDescriptionList"/>
    <dgm:cxn modelId="{064E48F9-9B00-3547-868C-ACDCB92B6B3D}" type="presParOf" srcId="{EE656D15-1D9D-4F83-965A-482863D95FE9}" destId="{7D787955-E3D0-4E5F-ACA3-9F172979D589}" srcOrd="1" destOrd="0" presId="urn:microsoft.com/office/officeart/2018/5/layout/CenteredIconLabelDescriptionList"/>
    <dgm:cxn modelId="{447204A5-3D41-0D4E-8DE0-03EC14E2C273}" type="presParOf" srcId="{EE656D15-1D9D-4F83-965A-482863D95FE9}" destId="{AB2716DD-EC8C-40C2-9F66-787592D4C231}" srcOrd="2" destOrd="0" presId="urn:microsoft.com/office/officeart/2018/5/layout/CenteredIconLabelDescriptionList"/>
    <dgm:cxn modelId="{64EA852C-921C-CC46-815E-37E527E001B9}" type="presParOf" srcId="{EE656D15-1D9D-4F83-965A-482863D95FE9}" destId="{F3F6D39D-5CD0-4029-917A-DC162AA7192E}" srcOrd="3" destOrd="0" presId="urn:microsoft.com/office/officeart/2018/5/layout/CenteredIconLabelDescriptionList"/>
    <dgm:cxn modelId="{B03B5881-3BDD-5448-AA69-A80D2C1F3774}" type="presParOf" srcId="{EE656D15-1D9D-4F83-965A-482863D95FE9}" destId="{5D0E34CD-69B5-4EEA-A0EC-BDC855DC982C}" srcOrd="4" destOrd="0" presId="urn:microsoft.com/office/officeart/2018/5/layout/CenteredIconLabelDescriptionList"/>
    <dgm:cxn modelId="{2CD8A990-9D83-4040-9D0D-F6299DC41A08}" type="presParOf" srcId="{01511A7E-CBEB-432F-A3B6-EEAD2437E42A}" destId="{2DDEAE5B-A896-4AFF-9F27-C666E034D57C}" srcOrd="7" destOrd="0" presId="urn:microsoft.com/office/officeart/2018/5/layout/CenteredIconLabelDescriptionList"/>
    <dgm:cxn modelId="{D6A8AFA1-BC3F-9C48-B312-6B5FE0DF663E}" type="presParOf" srcId="{01511A7E-CBEB-432F-A3B6-EEAD2437E42A}" destId="{6491F9D1-9D0A-40DA-AB93-79D3ED33C2CD}" srcOrd="8" destOrd="0" presId="urn:microsoft.com/office/officeart/2018/5/layout/CenteredIconLabelDescriptionList"/>
    <dgm:cxn modelId="{C6D11051-7AB5-FE41-8FE6-4532B6475906}" type="presParOf" srcId="{6491F9D1-9D0A-40DA-AB93-79D3ED33C2CD}" destId="{D012919D-BBBB-42A7-BB9A-E2CDBA63FA74}" srcOrd="0" destOrd="0" presId="urn:microsoft.com/office/officeart/2018/5/layout/CenteredIconLabelDescriptionList"/>
    <dgm:cxn modelId="{1BE7A2E5-0E70-AE48-8DA6-6042C89E0844}" type="presParOf" srcId="{6491F9D1-9D0A-40DA-AB93-79D3ED33C2CD}" destId="{D5E6E7AA-B5DF-4560-AB6B-CCB893B1C27E}" srcOrd="1" destOrd="0" presId="urn:microsoft.com/office/officeart/2018/5/layout/CenteredIconLabelDescriptionList"/>
    <dgm:cxn modelId="{81531FD5-3A58-414A-988A-B542C2B054F0}" type="presParOf" srcId="{6491F9D1-9D0A-40DA-AB93-79D3ED33C2CD}" destId="{32AE1413-AA00-45BC-8146-648653CB85D8}" srcOrd="2" destOrd="0" presId="urn:microsoft.com/office/officeart/2018/5/layout/CenteredIconLabelDescriptionList"/>
    <dgm:cxn modelId="{3B4C5235-6C03-CB43-A998-683D5D1D5148}" type="presParOf" srcId="{6491F9D1-9D0A-40DA-AB93-79D3ED33C2CD}" destId="{485AFCA1-8E4F-48FB-B4E6-AFF382C68E8A}" srcOrd="3" destOrd="0" presId="urn:microsoft.com/office/officeart/2018/5/layout/CenteredIconLabelDescriptionList"/>
    <dgm:cxn modelId="{428E1E2C-85D1-6840-BE42-0EC4316BE2FB}" type="presParOf" srcId="{6491F9D1-9D0A-40DA-AB93-79D3ED33C2CD}" destId="{A2E1D183-F1B1-4E82-97ED-2AC3E285225C}" srcOrd="4" destOrd="0" presId="urn:microsoft.com/office/officeart/2018/5/layout/CenteredIconLabelDescriptionList"/>
    <dgm:cxn modelId="{0ED0E976-89DA-8F4F-B406-37F4C5435C60}" type="presParOf" srcId="{01511A7E-CBEB-432F-A3B6-EEAD2437E42A}" destId="{DF138EBD-DE51-407E-8FC5-A324415F5B85}" srcOrd="9" destOrd="0" presId="urn:microsoft.com/office/officeart/2018/5/layout/CenteredIconLabelDescriptionList"/>
    <dgm:cxn modelId="{4F4BCD8A-0572-FB49-A6EB-BF2D78E1DD48}" type="presParOf" srcId="{01511A7E-CBEB-432F-A3B6-EEAD2437E42A}" destId="{AAF20133-7FA3-4C9D-A2CB-18FB15ED751D}" srcOrd="10" destOrd="0" presId="urn:microsoft.com/office/officeart/2018/5/layout/CenteredIconLabelDescriptionList"/>
    <dgm:cxn modelId="{0632BE48-F6B8-3C4B-9CBC-A2E7116DB266}" type="presParOf" srcId="{AAF20133-7FA3-4C9D-A2CB-18FB15ED751D}" destId="{BDC6E0B2-8002-48D1-B077-D9278596D444}" srcOrd="0" destOrd="0" presId="urn:microsoft.com/office/officeart/2018/5/layout/CenteredIconLabelDescriptionList"/>
    <dgm:cxn modelId="{C1EB7EE2-7216-8843-8134-90E424A5D007}" type="presParOf" srcId="{AAF20133-7FA3-4C9D-A2CB-18FB15ED751D}" destId="{0BB83463-A07C-4BA7-BA89-1ACBA6A37B15}" srcOrd="1" destOrd="0" presId="urn:microsoft.com/office/officeart/2018/5/layout/CenteredIconLabelDescriptionList"/>
    <dgm:cxn modelId="{CF86F485-7D83-7C45-B2C0-56B9ADDF341B}" type="presParOf" srcId="{AAF20133-7FA3-4C9D-A2CB-18FB15ED751D}" destId="{F582BBBD-9369-47EA-9BA5-F09B00A0D717}" srcOrd="2" destOrd="0" presId="urn:microsoft.com/office/officeart/2018/5/layout/CenteredIconLabelDescriptionList"/>
    <dgm:cxn modelId="{1191BA9D-759A-7842-8259-C1B805882D8C}" type="presParOf" srcId="{AAF20133-7FA3-4C9D-A2CB-18FB15ED751D}" destId="{0E2F0817-D972-4BD2-BD5C-B0729FE94499}" srcOrd="3" destOrd="0" presId="urn:microsoft.com/office/officeart/2018/5/layout/CenteredIconLabelDescriptionList"/>
    <dgm:cxn modelId="{45A3B1C5-BB24-0640-8AC5-3FA5191710B1}" type="presParOf" srcId="{AAF20133-7FA3-4C9D-A2CB-18FB15ED751D}" destId="{DA3E9510-1B8E-4B49-8EB3-B659DB11FFEF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4CBB228-E484-4E1D-AC43-F3273C09D3E4}" type="doc">
      <dgm:prSet loTypeId="urn:microsoft.com/office/officeart/2016/7/layout/LinearArrowProcessNumbered" loCatId="process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5A0BECC7-5FF2-4D9C-9866-4D1426351A1B}">
      <dgm:prSet/>
      <dgm:spPr/>
      <dgm:t>
        <a:bodyPr/>
        <a:lstStyle/>
        <a:p>
          <a:r>
            <a:rPr lang="en-US"/>
            <a:t>-Remove suckers from base of tree</a:t>
          </a:r>
        </a:p>
      </dgm:t>
    </dgm:pt>
    <dgm:pt modelId="{8B9B8A54-AC2C-4325-B1AE-493B5F7E853C}" type="parTrans" cxnId="{B072FDCE-7C4F-41FE-A1F4-5967CF23AE05}">
      <dgm:prSet/>
      <dgm:spPr/>
      <dgm:t>
        <a:bodyPr/>
        <a:lstStyle/>
        <a:p>
          <a:endParaRPr lang="en-US"/>
        </a:p>
      </dgm:t>
    </dgm:pt>
    <dgm:pt modelId="{8F7BA15F-4C52-4B36-B6A3-E4276404F4D6}" type="sibTrans" cxnId="{B072FDCE-7C4F-41FE-A1F4-5967CF23AE05}">
      <dgm:prSet phldrT="1"/>
      <dgm:spPr/>
      <dgm:t>
        <a:bodyPr/>
        <a:lstStyle/>
        <a:p>
          <a:r>
            <a:rPr lang="en-US"/>
            <a:t>1</a:t>
          </a:r>
        </a:p>
      </dgm:t>
    </dgm:pt>
    <dgm:pt modelId="{5B444D21-85A4-45C8-99DE-11ED01907301}">
      <dgm:prSet/>
      <dgm:spPr/>
      <dgm:t>
        <a:bodyPr/>
        <a:lstStyle/>
        <a:p>
          <a:r>
            <a:rPr lang="en-US"/>
            <a:t>-remove large vertical crossing branches </a:t>
          </a:r>
        </a:p>
      </dgm:t>
    </dgm:pt>
    <dgm:pt modelId="{B32FF0B5-6B8E-4399-8FC6-224AF6F3C3D9}" type="parTrans" cxnId="{891A5C5B-28C8-4FA0-925E-1FEDA6778111}">
      <dgm:prSet/>
      <dgm:spPr/>
      <dgm:t>
        <a:bodyPr/>
        <a:lstStyle/>
        <a:p>
          <a:endParaRPr lang="en-US"/>
        </a:p>
      </dgm:t>
    </dgm:pt>
    <dgm:pt modelId="{4FDE9CE4-638A-4FE2-9DE6-DA1A6BDC03BD}" type="sibTrans" cxnId="{891A5C5B-28C8-4FA0-925E-1FEDA6778111}">
      <dgm:prSet phldrT="2"/>
      <dgm:spPr/>
      <dgm:t>
        <a:bodyPr/>
        <a:lstStyle/>
        <a:p>
          <a:r>
            <a:rPr lang="en-US"/>
            <a:t>2</a:t>
          </a:r>
        </a:p>
      </dgm:t>
    </dgm:pt>
    <dgm:pt modelId="{7D665223-A5E5-458A-8B89-4FF3A91A9F7C}">
      <dgm:prSet/>
      <dgm:spPr/>
      <dgm:t>
        <a:bodyPr/>
        <a:lstStyle/>
        <a:p>
          <a:r>
            <a:rPr lang="en-US"/>
            <a:t>-remove dead or dying branches </a:t>
          </a:r>
        </a:p>
      </dgm:t>
    </dgm:pt>
    <dgm:pt modelId="{3A879074-0873-40D8-A474-7B3D24A58635}" type="parTrans" cxnId="{17882211-5454-4091-8BC6-A70E4254F8E5}">
      <dgm:prSet/>
      <dgm:spPr/>
      <dgm:t>
        <a:bodyPr/>
        <a:lstStyle/>
        <a:p>
          <a:endParaRPr lang="en-US"/>
        </a:p>
      </dgm:t>
    </dgm:pt>
    <dgm:pt modelId="{202E6174-CA95-48EF-9A0B-A5B7A2D1017C}" type="sibTrans" cxnId="{17882211-5454-4091-8BC6-A70E4254F8E5}">
      <dgm:prSet phldrT="3"/>
      <dgm:spPr/>
      <dgm:t>
        <a:bodyPr/>
        <a:lstStyle/>
        <a:p>
          <a:r>
            <a:rPr lang="en-US"/>
            <a:t>3</a:t>
          </a:r>
        </a:p>
      </dgm:t>
    </dgm:pt>
    <dgm:pt modelId="{38A8ACA6-66CD-46F7-9BAC-7ECFFAACCCAC}">
      <dgm:prSet/>
      <dgm:spPr/>
      <dgm:t>
        <a:bodyPr/>
        <a:lstStyle/>
        <a:p>
          <a:r>
            <a:rPr lang="en-US"/>
            <a:t>-remove crowded branches </a:t>
          </a:r>
        </a:p>
      </dgm:t>
    </dgm:pt>
    <dgm:pt modelId="{FA67863E-C63F-42AA-8033-0A164CD29179}" type="parTrans" cxnId="{38FBBD30-7534-48E6-9C8F-8D17286A9BF6}">
      <dgm:prSet/>
      <dgm:spPr/>
      <dgm:t>
        <a:bodyPr/>
        <a:lstStyle/>
        <a:p>
          <a:endParaRPr lang="en-US"/>
        </a:p>
      </dgm:t>
    </dgm:pt>
    <dgm:pt modelId="{AA72EEBA-4366-48D4-8030-C96BF87DACFA}" type="sibTrans" cxnId="{38FBBD30-7534-48E6-9C8F-8D17286A9BF6}">
      <dgm:prSet phldrT="4"/>
      <dgm:spPr/>
      <dgm:t>
        <a:bodyPr/>
        <a:lstStyle/>
        <a:p>
          <a:r>
            <a:rPr lang="en-US"/>
            <a:t>4</a:t>
          </a:r>
        </a:p>
      </dgm:t>
    </dgm:pt>
    <dgm:pt modelId="{24B63084-198A-40B6-8003-F09E85EEE5C2}">
      <dgm:prSet/>
      <dgm:spPr/>
      <dgm:t>
        <a:bodyPr/>
        <a:lstStyle/>
        <a:p>
          <a:r>
            <a:rPr lang="en-US"/>
            <a:t>-remove water sprouts completely instead of reducing them to avoid more sprouts </a:t>
          </a:r>
        </a:p>
      </dgm:t>
    </dgm:pt>
    <dgm:pt modelId="{5C766048-A62E-4923-9E2F-2795EE6075CC}" type="parTrans" cxnId="{8C77A2CA-E21E-434B-BEFE-9849C79DC552}">
      <dgm:prSet/>
      <dgm:spPr/>
      <dgm:t>
        <a:bodyPr/>
        <a:lstStyle/>
        <a:p>
          <a:endParaRPr lang="en-US"/>
        </a:p>
      </dgm:t>
    </dgm:pt>
    <dgm:pt modelId="{B53A0DE8-C8DE-4438-BAB0-AE495F16800E}" type="sibTrans" cxnId="{8C77A2CA-E21E-434B-BEFE-9849C79DC552}">
      <dgm:prSet phldrT="5"/>
      <dgm:spPr/>
      <dgm:t>
        <a:bodyPr/>
        <a:lstStyle/>
        <a:p>
          <a:r>
            <a:rPr lang="en-US"/>
            <a:t>5</a:t>
          </a:r>
        </a:p>
      </dgm:t>
    </dgm:pt>
    <dgm:pt modelId="{FE96BD3D-0CEC-434F-8419-CB9ADD43CFC3}">
      <dgm:prSet/>
      <dgm:spPr/>
      <dgm:t>
        <a:bodyPr/>
        <a:lstStyle/>
        <a:p>
          <a:r>
            <a:rPr lang="en-US"/>
            <a:t>-establish central leader and reduce all other potential competition. </a:t>
          </a:r>
        </a:p>
      </dgm:t>
    </dgm:pt>
    <dgm:pt modelId="{BD3373AC-E01A-4D80-AF3F-4722652DB8B8}" type="parTrans" cxnId="{50A2F071-FC1F-4847-BBB7-770262A6BAA7}">
      <dgm:prSet/>
      <dgm:spPr/>
      <dgm:t>
        <a:bodyPr/>
        <a:lstStyle/>
        <a:p>
          <a:endParaRPr lang="en-US"/>
        </a:p>
      </dgm:t>
    </dgm:pt>
    <dgm:pt modelId="{F90C95A6-61C7-4FC5-BF3A-C2F0C5681AB6}" type="sibTrans" cxnId="{50A2F071-FC1F-4847-BBB7-770262A6BAA7}">
      <dgm:prSet phldrT="6"/>
      <dgm:spPr/>
      <dgm:t>
        <a:bodyPr/>
        <a:lstStyle/>
        <a:p>
          <a:r>
            <a:rPr lang="en-US"/>
            <a:t>6</a:t>
          </a:r>
        </a:p>
      </dgm:t>
    </dgm:pt>
    <dgm:pt modelId="{DBDFB767-DE5E-4283-8EB3-5413E975FCAD}">
      <dgm:prSet/>
      <dgm:spPr/>
      <dgm:t>
        <a:bodyPr/>
        <a:lstStyle/>
        <a:p>
          <a:r>
            <a:rPr lang="en-US"/>
            <a:t>-reduction cuts should target light penetration pushing lateral branch ends into full sun </a:t>
          </a:r>
        </a:p>
      </dgm:t>
    </dgm:pt>
    <dgm:pt modelId="{D9BD280F-2554-42A2-9496-44F52A612850}" type="parTrans" cxnId="{AB397C1D-AA99-49DD-8A2B-DE5133905D5F}">
      <dgm:prSet/>
      <dgm:spPr/>
      <dgm:t>
        <a:bodyPr/>
        <a:lstStyle/>
        <a:p>
          <a:endParaRPr lang="en-US"/>
        </a:p>
      </dgm:t>
    </dgm:pt>
    <dgm:pt modelId="{7959CDD5-1389-410E-8B0A-4DF395AC1E77}" type="sibTrans" cxnId="{AB397C1D-AA99-49DD-8A2B-DE5133905D5F}">
      <dgm:prSet phldrT="7"/>
      <dgm:spPr/>
      <dgm:t>
        <a:bodyPr/>
        <a:lstStyle/>
        <a:p>
          <a:r>
            <a:rPr lang="en-US"/>
            <a:t>7</a:t>
          </a:r>
        </a:p>
      </dgm:t>
    </dgm:pt>
    <dgm:pt modelId="{9AD37CA7-50BD-4620-8D50-99E987F13D9D}">
      <dgm:prSet/>
      <dgm:spPr/>
      <dgm:t>
        <a:bodyPr/>
        <a:lstStyle/>
        <a:p>
          <a:r>
            <a:rPr lang="en-US" dirty="0"/>
            <a:t>-removing more than 10% - 20% of canopy will produce more suckers requiring more frequent pruning. </a:t>
          </a:r>
        </a:p>
      </dgm:t>
    </dgm:pt>
    <dgm:pt modelId="{542EB1F0-2F00-4D43-BAF7-722C69709DC9}" type="parTrans" cxnId="{5D28EF3C-785E-4E48-ABF6-9C3B31E4AC81}">
      <dgm:prSet/>
      <dgm:spPr/>
      <dgm:t>
        <a:bodyPr/>
        <a:lstStyle/>
        <a:p>
          <a:endParaRPr lang="en-US"/>
        </a:p>
      </dgm:t>
    </dgm:pt>
    <dgm:pt modelId="{BEC3B18D-E097-4511-B78A-C38C8EFF7218}" type="sibTrans" cxnId="{5D28EF3C-785E-4E48-ABF6-9C3B31E4AC81}">
      <dgm:prSet phldrT="8"/>
      <dgm:spPr/>
      <dgm:t>
        <a:bodyPr/>
        <a:lstStyle/>
        <a:p>
          <a:r>
            <a:rPr lang="en-US"/>
            <a:t>8</a:t>
          </a:r>
        </a:p>
      </dgm:t>
    </dgm:pt>
    <dgm:pt modelId="{885186FA-B089-E246-97C9-E703609A828B}" type="pres">
      <dgm:prSet presAssocID="{A4CBB228-E484-4E1D-AC43-F3273C09D3E4}" presName="linearFlow" presStyleCnt="0">
        <dgm:presLayoutVars>
          <dgm:dir/>
          <dgm:animLvl val="lvl"/>
          <dgm:resizeHandles val="exact"/>
        </dgm:presLayoutVars>
      </dgm:prSet>
      <dgm:spPr/>
    </dgm:pt>
    <dgm:pt modelId="{F673AEE2-BB50-6541-9613-70727E8827EE}" type="pres">
      <dgm:prSet presAssocID="{5A0BECC7-5FF2-4D9C-9866-4D1426351A1B}" presName="compositeNode" presStyleCnt="0"/>
      <dgm:spPr/>
    </dgm:pt>
    <dgm:pt modelId="{7768DF7B-A80F-C24C-ACA9-0BEFECFF6121}" type="pres">
      <dgm:prSet presAssocID="{5A0BECC7-5FF2-4D9C-9866-4D1426351A1B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D04965D2-6DE0-544E-A2B3-CED52B4D10A0}" type="pres">
      <dgm:prSet presAssocID="{5A0BECC7-5FF2-4D9C-9866-4D1426351A1B}" presName="parSh" presStyleCnt="0"/>
      <dgm:spPr/>
    </dgm:pt>
    <dgm:pt modelId="{3A6E25C5-4DD4-674F-AA62-11ED7EA19B2E}" type="pres">
      <dgm:prSet presAssocID="{5A0BECC7-5FF2-4D9C-9866-4D1426351A1B}" presName="lineNode" presStyleLbl="alignAccFollowNode1" presStyleIdx="0" presStyleCnt="24"/>
      <dgm:spPr/>
    </dgm:pt>
    <dgm:pt modelId="{DC6151AF-CD39-8449-A8ED-3197A189DA0C}" type="pres">
      <dgm:prSet presAssocID="{5A0BECC7-5FF2-4D9C-9866-4D1426351A1B}" presName="lineArrowNode" presStyleLbl="alignAccFollowNode1" presStyleIdx="1" presStyleCnt="24"/>
      <dgm:spPr/>
    </dgm:pt>
    <dgm:pt modelId="{4C866465-2863-D64D-B551-A1F522CE4AC9}" type="pres">
      <dgm:prSet presAssocID="{8F7BA15F-4C52-4B36-B6A3-E4276404F4D6}" presName="sibTransNodeCircle" presStyleLbl="alignNode1" presStyleIdx="0" presStyleCnt="8">
        <dgm:presLayoutVars>
          <dgm:chMax val="0"/>
          <dgm:bulletEnabled/>
        </dgm:presLayoutVars>
      </dgm:prSet>
      <dgm:spPr/>
    </dgm:pt>
    <dgm:pt modelId="{EC71B857-2D32-4348-BCFD-531029EB7781}" type="pres">
      <dgm:prSet presAssocID="{8F7BA15F-4C52-4B36-B6A3-E4276404F4D6}" presName="spacerBetweenCircleAndCallout" presStyleCnt="0">
        <dgm:presLayoutVars/>
      </dgm:prSet>
      <dgm:spPr/>
    </dgm:pt>
    <dgm:pt modelId="{56DADF92-1EBE-DC4E-8D16-56D3135A8903}" type="pres">
      <dgm:prSet presAssocID="{5A0BECC7-5FF2-4D9C-9866-4D1426351A1B}" presName="nodeText" presStyleLbl="alignAccFollowNode1" presStyleIdx="2" presStyleCnt="24">
        <dgm:presLayoutVars>
          <dgm:bulletEnabled val="1"/>
        </dgm:presLayoutVars>
      </dgm:prSet>
      <dgm:spPr/>
    </dgm:pt>
    <dgm:pt modelId="{3A781BCC-33F7-0943-92F6-319F31579ED8}" type="pres">
      <dgm:prSet presAssocID="{8F7BA15F-4C52-4B36-B6A3-E4276404F4D6}" presName="sibTransComposite" presStyleCnt="0"/>
      <dgm:spPr/>
    </dgm:pt>
    <dgm:pt modelId="{06CDC304-5EAC-354B-98FF-4271C7FC804E}" type="pres">
      <dgm:prSet presAssocID="{5B444D21-85A4-45C8-99DE-11ED01907301}" presName="compositeNode" presStyleCnt="0"/>
      <dgm:spPr/>
    </dgm:pt>
    <dgm:pt modelId="{7BC0946C-186A-0145-B33F-7B7B9D8A1BF0}" type="pres">
      <dgm:prSet presAssocID="{5B444D21-85A4-45C8-99DE-11ED01907301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84A34941-7514-8747-86A3-55F4CA6D7A18}" type="pres">
      <dgm:prSet presAssocID="{5B444D21-85A4-45C8-99DE-11ED01907301}" presName="parSh" presStyleCnt="0"/>
      <dgm:spPr/>
    </dgm:pt>
    <dgm:pt modelId="{F6CD87C2-D020-1546-9194-6026B33F1173}" type="pres">
      <dgm:prSet presAssocID="{5B444D21-85A4-45C8-99DE-11ED01907301}" presName="lineNode" presStyleLbl="alignAccFollowNode1" presStyleIdx="3" presStyleCnt="24"/>
      <dgm:spPr/>
    </dgm:pt>
    <dgm:pt modelId="{F7C7F9D0-C1C8-4E42-B79F-EDDD47D4BA39}" type="pres">
      <dgm:prSet presAssocID="{5B444D21-85A4-45C8-99DE-11ED01907301}" presName="lineArrowNode" presStyleLbl="alignAccFollowNode1" presStyleIdx="4" presStyleCnt="24"/>
      <dgm:spPr/>
    </dgm:pt>
    <dgm:pt modelId="{CB0F1994-0231-0447-BC5C-C8F3D885AA76}" type="pres">
      <dgm:prSet presAssocID="{4FDE9CE4-638A-4FE2-9DE6-DA1A6BDC03BD}" presName="sibTransNodeCircle" presStyleLbl="alignNode1" presStyleIdx="1" presStyleCnt="8">
        <dgm:presLayoutVars>
          <dgm:chMax val="0"/>
          <dgm:bulletEnabled/>
        </dgm:presLayoutVars>
      </dgm:prSet>
      <dgm:spPr/>
    </dgm:pt>
    <dgm:pt modelId="{66CF0DDA-62AE-C24D-B04E-DD821B564DFD}" type="pres">
      <dgm:prSet presAssocID="{4FDE9CE4-638A-4FE2-9DE6-DA1A6BDC03BD}" presName="spacerBetweenCircleAndCallout" presStyleCnt="0">
        <dgm:presLayoutVars/>
      </dgm:prSet>
      <dgm:spPr/>
    </dgm:pt>
    <dgm:pt modelId="{7F85EBD4-E9A4-9B40-AC9E-0F0E44FF0E09}" type="pres">
      <dgm:prSet presAssocID="{5B444D21-85A4-45C8-99DE-11ED01907301}" presName="nodeText" presStyleLbl="alignAccFollowNode1" presStyleIdx="5" presStyleCnt="24">
        <dgm:presLayoutVars>
          <dgm:bulletEnabled val="1"/>
        </dgm:presLayoutVars>
      </dgm:prSet>
      <dgm:spPr/>
    </dgm:pt>
    <dgm:pt modelId="{A6AE9A87-0B92-CB42-BC6C-FA7651C6903D}" type="pres">
      <dgm:prSet presAssocID="{4FDE9CE4-638A-4FE2-9DE6-DA1A6BDC03BD}" presName="sibTransComposite" presStyleCnt="0"/>
      <dgm:spPr/>
    </dgm:pt>
    <dgm:pt modelId="{A6378FCB-2B47-034D-8E91-93538342C754}" type="pres">
      <dgm:prSet presAssocID="{7D665223-A5E5-458A-8B89-4FF3A91A9F7C}" presName="compositeNode" presStyleCnt="0"/>
      <dgm:spPr/>
    </dgm:pt>
    <dgm:pt modelId="{7A118D53-2FB1-394A-8F9B-23B611A9F300}" type="pres">
      <dgm:prSet presAssocID="{7D665223-A5E5-458A-8B89-4FF3A91A9F7C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E34C19F5-A00A-0949-96AD-A21069A9188A}" type="pres">
      <dgm:prSet presAssocID="{7D665223-A5E5-458A-8B89-4FF3A91A9F7C}" presName="parSh" presStyleCnt="0"/>
      <dgm:spPr/>
    </dgm:pt>
    <dgm:pt modelId="{E5967708-D459-C043-9A3B-AC684E8B87CA}" type="pres">
      <dgm:prSet presAssocID="{7D665223-A5E5-458A-8B89-4FF3A91A9F7C}" presName="lineNode" presStyleLbl="alignAccFollowNode1" presStyleIdx="6" presStyleCnt="24"/>
      <dgm:spPr/>
    </dgm:pt>
    <dgm:pt modelId="{0ACECAFB-72C0-614D-B503-1D88CDE12E62}" type="pres">
      <dgm:prSet presAssocID="{7D665223-A5E5-458A-8B89-4FF3A91A9F7C}" presName="lineArrowNode" presStyleLbl="alignAccFollowNode1" presStyleIdx="7" presStyleCnt="24"/>
      <dgm:spPr/>
    </dgm:pt>
    <dgm:pt modelId="{495CD8EC-FEE9-7841-B297-9275959B00DF}" type="pres">
      <dgm:prSet presAssocID="{202E6174-CA95-48EF-9A0B-A5B7A2D1017C}" presName="sibTransNodeCircle" presStyleLbl="alignNode1" presStyleIdx="2" presStyleCnt="8">
        <dgm:presLayoutVars>
          <dgm:chMax val="0"/>
          <dgm:bulletEnabled/>
        </dgm:presLayoutVars>
      </dgm:prSet>
      <dgm:spPr/>
    </dgm:pt>
    <dgm:pt modelId="{DBA122B2-230B-2242-B9F2-873A98454DC0}" type="pres">
      <dgm:prSet presAssocID="{202E6174-CA95-48EF-9A0B-A5B7A2D1017C}" presName="spacerBetweenCircleAndCallout" presStyleCnt="0">
        <dgm:presLayoutVars/>
      </dgm:prSet>
      <dgm:spPr/>
    </dgm:pt>
    <dgm:pt modelId="{FC87ACF6-E13F-ED40-AB24-2DB2722FD88F}" type="pres">
      <dgm:prSet presAssocID="{7D665223-A5E5-458A-8B89-4FF3A91A9F7C}" presName="nodeText" presStyleLbl="alignAccFollowNode1" presStyleIdx="8" presStyleCnt="24">
        <dgm:presLayoutVars>
          <dgm:bulletEnabled val="1"/>
        </dgm:presLayoutVars>
      </dgm:prSet>
      <dgm:spPr/>
    </dgm:pt>
    <dgm:pt modelId="{2697B6B4-7833-6540-86E7-61652D96B765}" type="pres">
      <dgm:prSet presAssocID="{202E6174-CA95-48EF-9A0B-A5B7A2D1017C}" presName="sibTransComposite" presStyleCnt="0"/>
      <dgm:spPr/>
    </dgm:pt>
    <dgm:pt modelId="{D821E16B-F0FD-8646-9367-D3A016594E26}" type="pres">
      <dgm:prSet presAssocID="{38A8ACA6-66CD-46F7-9BAC-7ECFFAACCCAC}" presName="compositeNode" presStyleCnt="0"/>
      <dgm:spPr/>
    </dgm:pt>
    <dgm:pt modelId="{947F10EB-E4E1-3B4B-BF6B-7F550F4585DA}" type="pres">
      <dgm:prSet presAssocID="{38A8ACA6-66CD-46F7-9BAC-7ECFFAACCCAC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AA34E4A5-C2A6-0B4A-BFE2-EE74167C66C1}" type="pres">
      <dgm:prSet presAssocID="{38A8ACA6-66CD-46F7-9BAC-7ECFFAACCCAC}" presName="parSh" presStyleCnt="0"/>
      <dgm:spPr/>
    </dgm:pt>
    <dgm:pt modelId="{7E4B592D-2C10-8749-8C5A-D62AE994C845}" type="pres">
      <dgm:prSet presAssocID="{38A8ACA6-66CD-46F7-9BAC-7ECFFAACCCAC}" presName="lineNode" presStyleLbl="alignAccFollowNode1" presStyleIdx="9" presStyleCnt="24"/>
      <dgm:spPr/>
    </dgm:pt>
    <dgm:pt modelId="{A63E2E94-B52B-F446-91A0-CD0A318BEED6}" type="pres">
      <dgm:prSet presAssocID="{38A8ACA6-66CD-46F7-9BAC-7ECFFAACCCAC}" presName="lineArrowNode" presStyleLbl="alignAccFollowNode1" presStyleIdx="10" presStyleCnt="24"/>
      <dgm:spPr/>
    </dgm:pt>
    <dgm:pt modelId="{BA0D06DA-1954-2A40-AED6-D576F01408AD}" type="pres">
      <dgm:prSet presAssocID="{AA72EEBA-4366-48D4-8030-C96BF87DACFA}" presName="sibTransNodeCircle" presStyleLbl="alignNode1" presStyleIdx="3" presStyleCnt="8">
        <dgm:presLayoutVars>
          <dgm:chMax val="0"/>
          <dgm:bulletEnabled/>
        </dgm:presLayoutVars>
      </dgm:prSet>
      <dgm:spPr/>
    </dgm:pt>
    <dgm:pt modelId="{BE387B1E-C1E3-1148-91E5-07ACC52C5BC2}" type="pres">
      <dgm:prSet presAssocID="{AA72EEBA-4366-48D4-8030-C96BF87DACFA}" presName="spacerBetweenCircleAndCallout" presStyleCnt="0">
        <dgm:presLayoutVars/>
      </dgm:prSet>
      <dgm:spPr/>
    </dgm:pt>
    <dgm:pt modelId="{7666AD44-9363-6746-A417-35C82348E006}" type="pres">
      <dgm:prSet presAssocID="{38A8ACA6-66CD-46F7-9BAC-7ECFFAACCCAC}" presName="nodeText" presStyleLbl="alignAccFollowNode1" presStyleIdx="11" presStyleCnt="24">
        <dgm:presLayoutVars>
          <dgm:bulletEnabled val="1"/>
        </dgm:presLayoutVars>
      </dgm:prSet>
      <dgm:spPr/>
    </dgm:pt>
    <dgm:pt modelId="{03123757-E2AE-B349-9CF7-3037CD8E2438}" type="pres">
      <dgm:prSet presAssocID="{AA72EEBA-4366-48D4-8030-C96BF87DACFA}" presName="sibTransComposite" presStyleCnt="0"/>
      <dgm:spPr/>
    </dgm:pt>
    <dgm:pt modelId="{A5BA71BD-5F06-5940-9F11-F23020F08F6F}" type="pres">
      <dgm:prSet presAssocID="{24B63084-198A-40B6-8003-F09E85EEE5C2}" presName="compositeNode" presStyleCnt="0"/>
      <dgm:spPr/>
    </dgm:pt>
    <dgm:pt modelId="{54081EC2-1B68-1E4C-97E1-200D2DF5FE4F}" type="pres">
      <dgm:prSet presAssocID="{24B63084-198A-40B6-8003-F09E85EEE5C2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C6436312-2C21-954B-A596-4A146FD97C0B}" type="pres">
      <dgm:prSet presAssocID="{24B63084-198A-40B6-8003-F09E85EEE5C2}" presName="parSh" presStyleCnt="0"/>
      <dgm:spPr/>
    </dgm:pt>
    <dgm:pt modelId="{6C1FED0F-AF1E-FD41-B8B9-2550E692E208}" type="pres">
      <dgm:prSet presAssocID="{24B63084-198A-40B6-8003-F09E85EEE5C2}" presName="lineNode" presStyleLbl="alignAccFollowNode1" presStyleIdx="12" presStyleCnt="24"/>
      <dgm:spPr/>
    </dgm:pt>
    <dgm:pt modelId="{14E37DF1-8B77-A042-A99E-D743377E978D}" type="pres">
      <dgm:prSet presAssocID="{24B63084-198A-40B6-8003-F09E85EEE5C2}" presName="lineArrowNode" presStyleLbl="alignAccFollowNode1" presStyleIdx="13" presStyleCnt="24"/>
      <dgm:spPr/>
    </dgm:pt>
    <dgm:pt modelId="{3564AE22-1409-6C4E-AC8E-9D0C1BD185C8}" type="pres">
      <dgm:prSet presAssocID="{B53A0DE8-C8DE-4438-BAB0-AE495F16800E}" presName="sibTransNodeCircle" presStyleLbl="alignNode1" presStyleIdx="4" presStyleCnt="8">
        <dgm:presLayoutVars>
          <dgm:chMax val="0"/>
          <dgm:bulletEnabled/>
        </dgm:presLayoutVars>
      </dgm:prSet>
      <dgm:spPr/>
    </dgm:pt>
    <dgm:pt modelId="{D3D01352-C427-C045-AC86-DF748AE6E277}" type="pres">
      <dgm:prSet presAssocID="{B53A0DE8-C8DE-4438-BAB0-AE495F16800E}" presName="spacerBetweenCircleAndCallout" presStyleCnt="0">
        <dgm:presLayoutVars/>
      </dgm:prSet>
      <dgm:spPr/>
    </dgm:pt>
    <dgm:pt modelId="{8EAEEC18-1026-5444-96B4-B855CC2EA09B}" type="pres">
      <dgm:prSet presAssocID="{24B63084-198A-40B6-8003-F09E85EEE5C2}" presName="nodeText" presStyleLbl="alignAccFollowNode1" presStyleIdx="14" presStyleCnt="24">
        <dgm:presLayoutVars>
          <dgm:bulletEnabled val="1"/>
        </dgm:presLayoutVars>
      </dgm:prSet>
      <dgm:spPr/>
    </dgm:pt>
    <dgm:pt modelId="{ABDC6C0A-95C5-8E47-816E-7A4815B3042F}" type="pres">
      <dgm:prSet presAssocID="{B53A0DE8-C8DE-4438-BAB0-AE495F16800E}" presName="sibTransComposite" presStyleCnt="0"/>
      <dgm:spPr/>
    </dgm:pt>
    <dgm:pt modelId="{C7E90F35-379A-F749-8473-0E005182DB08}" type="pres">
      <dgm:prSet presAssocID="{FE96BD3D-0CEC-434F-8419-CB9ADD43CFC3}" presName="compositeNode" presStyleCnt="0"/>
      <dgm:spPr/>
    </dgm:pt>
    <dgm:pt modelId="{7ADD57F4-5FB6-BB4D-B813-A21A1FAF34EE}" type="pres">
      <dgm:prSet presAssocID="{FE96BD3D-0CEC-434F-8419-CB9ADD43CFC3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EE9E6DB8-C78C-6244-982F-AD85A274AEA3}" type="pres">
      <dgm:prSet presAssocID="{FE96BD3D-0CEC-434F-8419-CB9ADD43CFC3}" presName="parSh" presStyleCnt="0"/>
      <dgm:spPr/>
    </dgm:pt>
    <dgm:pt modelId="{94B2D019-4447-1A45-82A2-FFEEF4C9FE3B}" type="pres">
      <dgm:prSet presAssocID="{FE96BD3D-0CEC-434F-8419-CB9ADD43CFC3}" presName="lineNode" presStyleLbl="alignAccFollowNode1" presStyleIdx="15" presStyleCnt="24"/>
      <dgm:spPr/>
    </dgm:pt>
    <dgm:pt modelId="{F471C7FB-072A-0A43-82F5-8FE694558FB7}" type="pres">
      <dgm:prSet presAssocID="{FE96BD3D-0CEC-434F-8419-CB9ADD43CFC3}" presName="lineArrowNode" presStyleLbl="alignAccFollowNode1" presStyleIdx="16" presStyleCnt="24"/>
      <dgm:spPr/>
    </dgm:pt>
    <dgm:pt modelId="{457E2A02-09BA-DB44-954E-6C7BD4D99E4F}" type="pres">
      <dgm:prSet presAssocID="{F90C95A6-61C7-4FC5-BF3A-C2F0C5681AB6}" presName="sibTransNodeCircle" presStyleLbl="alignNode1" presStyleIdx="5" presStyleCnt="8">
        <dgm:presLayoutVars>
          <dgm:chMax val="0"/>
          <dgm:bulletEnabled/>
        </dgm:presLayoutVars>
      </dgm:prSet>
      <dgm:spPr/>
    </dgm:pt>
    <dgm:pt modelId="{A13859DD-588C-F54A-A38B-9A9345DB0227}" type="pres">
      <dgm:prSet presAssocID="{F90C95A6-61C7-4FC5-BF3A-C2F0C5681AB6}" presName="spacerBetweenCircleAndCallout" presStyleCnt="0">
        <dgm:presLayoutVars/>
      </dgm:prSet>
      <dgm:spPr/>
    </dgm:pt>
    <dgm:pt modelId="{43082D66-2B88-6342-A82A-D14393E5C655}" type="pres">
      <dgm:prSet presAssocID="{FE96BD3D-0CEC-434F-8419-CB9ADD43CFC3}" presName="nodeText" presStyleLbl="alignAccFollowNode1" presStyleIdx="17" presStyleCnt="24">
        <dgm:presLayoutVars>
          <dgm:bulletEnabled val="1"/>
        </dgm:presLayoutVars>
      </dgm:prSet>
      <dgm:spPr/>
    </dgm:pt>
    <dgm:pt modelId="{FBA6CAA4-DE48-C448-906F-36CE0D9F7A1E}" type="pres">
      <dgm:prSet presAssocID="{F90C95A6-61C7-4FC5-BF3A-C2F0C5681AB6}" presName="sibTransComposite" presStyleCnt="0"/>
      <dgm:spPr/>
    </dgm:pt>
    <dgm:pt modelId="{12B3624A-2C5D-8342-93E9-F9952E62700D}" type="pres">
      <dgm:prSet presAssocID="{DBDFB767-DE5E-4283-8EB3-5413E975FCAD}" presName="compositeNode" presStyleCnt="0"/>
      <dgm:spPr/>
    </dgm:pt>
    <dgm:pt modelId="{3745D4FF-7B2D-584A-922B-A88C2CE7CA8A}" type="pres">
      <dgm:prSet presAssocID="{DBDFB767-DE5E-4283-8EB3-5413E975FCAD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08541E8D-D667-1D45-B4BA-BABB8FCEC981}" type="pres">
      <dgm:prSet presAssocID="{DBDFB767-DE5E-4283-8EB3-5413E975FCAD}" presName="parSh" presStyleCnt="0"/>
      <dgm:spPr/>
    </dgm:pt>
    <dgm:pt modelId="{4C1176AB-C54C-7D47-BDBB-2EB7AF225BC2}" type="pres">
      <dgm:prSet presAssocID="{DBDFB767-DE5E-4283-8EB3-5413E975FCAD}" presName="lineNode" presStyleLbl="alignAccFollowNode1" presStyleIdx="18" presStyleCnt="24"/>
      <dgm:spPr/>
    </dgm:pt>
    <dgm:pt modelId="{705BA033-95AC-3C42-8307-60B54EA62E6A}" type="pres">
      <dgm:prSet presAssocID="{DBDFB767-DE5E-4283-8EB3-5413E975FCAD}" presName="lineArrowNode" presStyleLbl="alignAccFollowNode1" presStyleIdx="19" presStyleCnt="24"/>
      <dgm:spPr/>
    </dgm:pt>
    <dgm:pt modelId="{4897F044-753C-B848-A1DE-0FFB7DB27B20}" type="pres">
      <dgm:prSet presAssocID="{7959CDD5-1389-410E-8B0A-4DF395AC1E77}" presName="sibTransNodeCircle" presStyleLbl="alignNode1" presStyleIdx="6" presStyleCnt="8">
        <dgm:presLayoutVars>
          <dgm:chMax val="0"/>
          <dgm:bulletEnabled/>
        </dgm:presLayoutVars>
      </dgm:prSet>
      <dgm:spPr/>
    </dgm:pt>
    <dgm:pt modelId="{672D94A2-F02F-564C-B05C-421A58790806}" type="pres">
      <dgm:prSet presAssocID="{7959CDD5-1389-410E-8B0A-4DF395AC1E77}" presName="spacerBetweenCircleAndCallout" presStyleCnt="0">
        <dgm:presLayoutVars/>
      </dgm:prSet>
      <dgm:spPr/>
    </dgm:pt>
    <dgm:pt modelId="{22E0DF73-1B07-E64D-9C30-DD0726F77A70}" type="pres">
      <dgm:prSet presAssocID="{DBDFB767-DE5E-4283-8EB3-5413E975FCAD}" presName="nodeText" presStyleLbl="alignAccFollowNode1" presStyleIdx="20" presStyleCnt="24">
        <dgm:presLayoutVars>
          <dgm:bulletEnabled val="1"/>
        </dgm:presLayoutVars>
      </dgm:prSet>
      <dgm:spPr/>
    </dgm:pt>
    <dgm:pt modelId="{15A64AD1-AE29-ED41-A19F-24790E80AD31}" type="pres">
      <dgm:prSet presAssocID="{7959CDD5-1389-410E-8B0A-4DF395AC1E77}" presName="sibTransComposite" presStyleCnt="0"/>
      <dgm:spPr/>
    </dgm:pt>
    <dgm:pt modelId="{80AB3EB3-8019-6E4F-B526-8200DE91E9EF}" type="pres">
      <dgm:prSet presAssocID="{9AD37CA7-50BD-4620-8D50-99E987F13D9D}" presName="compositeNode" presStyleCnt="0"/>
      <dgm:spPr/>
    </dgm:pt>
    <dgm:pt modelId="{0E665D2A-DD2E-074E-BD67-8981366A6CEE}" type="pres">
      <dgm:prSet presAssocID="{9AD37CA7-50BD-4620-8D50-99E987F13D9D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20B4C99B-068D-7649-A9E8-01788637DAD5}" type="pres">
      <dgm:prSet presAssocID="{9AD37CA7-50BD-4620-8D50-99E987F13D9D}" presName="parSh" presStyleCnt="0"/>
      <dgm:spPr/>
    </dgm:pt>
    <dgm:pt modelId="{5B2664BF-EC44-214E-86A3-622E2666BA82}" type="pres">
      <dgm:prSet presAssocID="{9AD37CA7-50BD-4620-8D50-99E987F13D9D}" presName="lineNode" presStyleLbl="alignAccFollowNode1" presStyleIdx="21" presStyleCnt="24"/>
      <dgm:spPr/>
    </dgm:pt>
    <dgm:pt modelId="{DCB21FAC-93B9-4C4F-9025-8A034B791C2D}" type="pres">
      <dgm:prSet presAssocID="{9AD37CA7-50BD-4620-8D50-99E987F13D9D}" presName="lineArrowNode" presStyleLbl="alignAccFollowNode1" presStyleIdx="22" presStyleCnt="24"/>
      <dgm:spPr/>
    </dgm:pt>
    <dgm:pt modelId="{72F911AA-B395-4140-AD64-9A6EF5EEBC77}" type="pres">
      <dgm:prSet presAssocID="{BEC3B18D-E097-4511-B78A-C38C8EFF7218}" presName="sibTransNodeCircle" presStyleLbl="alignNode1" presStyleIdx="7" presStyleCnt="8">
        <dgm:presLayoutVars>
          <dgm:chMax val="0"/>
          <dgm:bulletEnabled/>
        </dgm:presLayoutVars>
      </dgm:prSet>
      <dgm:spPr/>
    </dgm:pt>
    <dgm:pt modelId="{7BFD9B01-F185-7745-91C5-124F93D025B2}" type="pres">
      <dgm:prSet presAssocID="{BEC3B18D-E097-4511-B78A-C38C8EFF7218}" presName="spacerBetweenCircleAndCallout" presStyleCnt="0">
        <dgm:presLayoutVars/>
      </dgm:prSet>
      <dgm:spPr/>
    </dgm:pt>
    <dgm:pt modelId="{9F59C0C0-0943-2F4C-8CE8-6AB6E66DA00E}" type="pres">
      <dgm:prSet presAssocID="{9AD37CA7-50BD-4620-8D50-99E987F13D9D}" presName="nodeText" presStyleLbl="alignAccFollowNode1" presStyleIdx="23" presStyleCnt="24">
        <dgm:presLayoutVars>
          <dgm:bulletEnabled val="1"/>
        </dgm:presLayoutVars>
      </dgm:prSet>
      <dgm:spPr/>
    </dgm:pt>
  </dgm:ptLst>
  <dgm:cxnLst>
    <dgm:cxn modelId="{4C646609-2873-E246-82A3-1CCE263D0163}" type="presOf" srcId="{B53A0DE8-C8DE-4438-BAB0-AE495F16800E}" destId="{3564AE22-1409-6C4E-AC8E-9D0C1BD185C8}" srcOrd="0" destOrd="0" presId="urn:microsoft.com/office/officeart/2016/7/layout/LinearArrowProcessNumbered"/>
    <dgm:cxn modelId="{17882211-5454-4091-8BC6-A70E4254F8E5}" srcId="{A4CBB228-E484-4E1D-AC43-F3273C09D3E4}" destId="{7D665223-A5E5-458A-8B89-4FF3A91A9F7C}" srcOrd="2" destOrd="0" parTransId="{3A879074-0873-40D8-A474-7B3D24A58635}" sibTransId="{202E6174-CA95-48EF-9A0B-A5B7A2D1017C}"/>
    <dgm:cxn modelId="{B02C5B11-6580-FC42-AB6F-6EE002EF2A35}" type="presOf" srcId="{7959CDD5-1389-410E-8B0A-4DF395AC1E77}" destId="{4897F044-753C-B848-A1DE-0FFB7DB27B20}" srcOrd="0" destOrd="0" presId="urn:microsoft.com/office/officeart/2016/7/layout/LinearArrowProcessNumbered"/>
    <dgm:cxn modelId="{585A3E16-A7EE-2246-88A4-38A39015751D}" type="presOf" srcId="{202E6174-CA95-48EF-9A0B-A5B7A2D1017C}" destId="{495CD8EC-FEE9-7841-B297-9275959B00DF}" srcOrd="0" destOrd="0" presId="urn:microsoft.com/office/officeart/2016/7/layout/LinearArrowProcessNumbered"/>
    <dgm:cxn modelId="{AB397C1D-AA99-49DD-8A2B-DE5133905D5F}" srcId="{A4CBB228-E484-4E1D-AC43-F3273C09D3E4}" destId="{DBDFB767-DE5E-4283-8EB3-5413E975FCAD}" srcOrd="6" destOrd="0" parTransId="{D9BD280F-2554-42A2-9496-44F52A612850}" sibTransId="{7959CDD5-1389-410E-8B0A-4DF395AC1E77}"/>
    <dgm:cxn modelId="{38FBBD30-7534-48E6-9C8F-8D17286A9BF6}" srcId="{A4CBB228-E484-4E1D-AC43-F3273C09D3E4}" destId="{38A8ACA6-66CD-46F7-9BAC-7ECFFAACCCAC}" srcOrd="3" destOrd="0" parTransId="{FA67863E-C63F-42AA-8033-0A164CD29179}" sibTransId="{AA72EEBA-4366-48D4-8030-C96BF87DACFA}"/>
    <dgm:cxn modelId="{05FF3C3A-1A3D-E94F-9A74-B34E0E10EC03}" type="presOf" srcId="{AA72EEBA-4366-48D4-8030-C96BF87DACFA}" destId="{BA0D06DA-1954-2A40-AED6-D576F01408AD}" srcOrd="0" destOrd="0" presId="urn:microsoft.com/office/officeart/2016/7/layout/LinearArrowProcessNumbered"/>
    <dgm:cxn modelId="{5D28EF3C-785E-4E48-ABF6-9C3B31E4AC81}" srcId="{A4CBB228-E484-4E1D-AC43-F3273C09D3E4}" destId="{9AD37CA7-50BD-4620-8D50-99E987F13D9D}" srcOrd="7" destOrd="0" parTransId="{542EB1F0-2F00-4D43-BAF7-722C69709DC9}" sibTransId="{BEC3B18D-E097-4511-B78A-C38C8EFF7218}"/>
    <dgm:cxn modelId="{D2041D52-7E91-3746-910E-CB2CBBA7533F}" type="presOf" srcId="{BEC3B18D-E097-4511-B78A-C38C8EFF7218}" destId="{72F911AA-B395-4140-AD64-9A6EF5EEBC77}" srcOrd="0" destOrd="0" presId="urn:microsoft.com/office/officeart/2016/7/layout/LinearArrowProcessNumbered"/>
    <dgm:cxn modelId="{74879256-E174-9144-9838-E99106A758BC}" type="presOf" srcId="{F90C95A6-61C7-4FC5-BF3A-C2F0C5681AB6}" destId="{457E2A02-09BA-DB44-954E-6C7BD4D99E4F}" srcOrd="0" destOrd="0" presId="urn:microsoft.com/office/officeart/2016/7/layout/LinearArrowProcessNumbered"/>
    <dgm:cxn modelId="{8556DC56-23AA-5445-BEF7-D5B7632CD8A3}" type="presOf" srcId="{FE96BD3D-0CEC-434F-8419-CB9ADD43CFC3}" destId="{43082D66-2B88-6342-A82A-D14393E5C655}" srcOrd="0" destOrd="0" presId="urn:microsoft.com/office/officeart/2016/7/layout/LinearArrowProcessNumbered"/>
    <dgm:cxn modelId="{ABEFE058-E296-FE4A-954A-E1D09CDF3CE2}" type="presOf" srcId="{4FDE9CE4-638A-4FE2-9DE6-DA1A6BDC03BD}" destId="{CB0F1994-0231-0447-BC5C-C8F3D885AA76}" srcOrd="0" destOrd="0" presId="urn:microsoft.com/office/officeart/2016/7/layout/LinearArrowProcessNumbered"/>
    <dgm:cxn modelId="{891A5C5B-28C8-4FA0-925E-1FEDA6778111}" srcId="{A4CBB228-E484-4E1D-AC43-F3273C09D3E4}" destId="{5B444D21-85A4-45C8-99DE-11ED01907301}" srcOrd="1" destOrd="0" parTransId="{B32FF0B5-6B8E-4399-8FC6-224AF6F3C3D9}" sibTransId="{4FDE9CE4-638A-4FE2-9DE6-DA1A6BDC03BD}"/>
    <dgm:cxn modelId="{50A2F071-FC1F-4847-BBB7-770262A6BAA7}" srcId="{A4CBB228-E484-4E1D-AC43-F3273C09D3E4}" destId="{FE96BD3D-0CEC-434F-8419-CB9ADD43CFC3}" srcOrd="5" destOrd="0" parTransId="{BD3373AC-E01A-4D80-AF3F-4722652DB8B8}" sibTransId="{F90C95A6-61C7-4FC5-BF3A-C2F0C5681AB6}"/>
    <dgm:cxn modelId="{4EFEA773-D819-7244-B8AA-950C559053A1}" type="presOf" srcId="{A4CBB228-E484-4E1D-AC43-F3273C09D3E4}" destId="{885186FA-B089-E246-97C9-E703609A828B}" srcOrd="0" destOrd="0" presId="urn:microsoft.com/office/officeart/2016/7/layout/LinearArrowProcessNumbered"/>
    <dgm:cxn modelId="{5040C47E-3643-9448-89F6-2202581875B7}" type="presOf" srcId="{DBDFB767-DE5E-4283-8EB3-5413E975FCAD}" destId="{22E0DF73-1B07-E64D-9C30-DD0726F77A70}" srcOrd="0" destOrd="0" presId="urn:microsoft.com/office/officeart/2016/7/layout/LinearArrowProcessNumbered"/>
    <dgm:cxn modelId="{40BA97B5-6206-E343-8438-0AA302DE5008}" type="presOf" srcId="{5A0BECC7-5FF2-4D9C-9866-4D1426351A1B}" destId="{56DADF92-1EBE-DC4E-8D16-56D3135A8903}" srcOrd="0" destOrd="0" presId="urn:microsoft.com/office/officeart/2016/7/layout/LinearArrowProcessNumbered"/>
    <dgm:cxn modelId="{6862B1BA-BBAF-C940-B2BB-D1995D6B83C1}" type="presOf" srcId="{38A8ACA6-66CD-46F7-9BAC-7ECFFAACCCAC}" destId="{7666AD44-9363-6746-A417-35C82348E006}" srcOrd="0" destOrd="0" presId="urn:microsoft.com/office/officeart/2016/7/layout/LinearArrowProcessNumbered"/>
    <dgm:cxn modelId="{8C77A2CA-E21E-434B-BEFE-9849C79DC552}" srcId="{A4CBB228-E484-4E1D-AC43-F3273C09D3E4}" destId="{24B63084-198A-40B6-8003-F09E85EEE5C2}" srcOrd="4" destOrd="0" parTransId="{5C766048-A62E-4923-9E2F-2795EE6075CC}" sibTransId="{B53A0DE8-C8DE-4438-BAB0-AE495F16800E}"/>
    <dgm:cxn modelId="{FA7040CE-2AAC-CA46-9AEF-7774DAA60A05}" type="presOf" srcId="{7D665223-A5E5-458A-8B89-4FF3A91A9F7C}" destId="{FC87ACF6-E13F-ED40-AB24-2DB2722FD88F}" srcOrd="0" destOrd="0" presId="urn:microsoft.com/office/officeart/2016/7/layout/LinearArrowProcessNumbered"/>
    <dgm:cxn modelId="{B072FDCE-7C4F-41FE-A1F4-5967CF23AE05}" srcId="{A4CBB228-E484-4E1D-AC43-F3273C09D3E4}" destId="{5A0BECC7-5FF2-4D9C-9866-4D1426351A1B}" srcOrd="0" destOrd="0" parTransId="{8B9B8A54-AC2C-4325-B1AE-493B5F7E853C}" sibTransId="{8F7BA15F-4C52-4B36-B6A3-E4276404F4D6}"/>
    <dgm:cxn modelId="{4066C7E3-F257-9D42-BCA9-DF216412170F}" type="presOf" srcId="{8F7BA15F-4C52-4B36-B6A3-E4276404F4D6}" destId="{4C866465-2863-D64D-B551-A1F522CE4AC9}" srcOrd="0" destOrd="0" presId="urn:microsoft.com/office/officeart/2016/7/layout/LinearArrowProcessNumbered"/>
    <dgm:cxn modelId="{B69E16E5-DC19-904D-922F-BC62E6CF4959}" type="presOf" srcId="{24B63084-198A-40B6-8003-F09E85EEE5C2}" destId="{8EAEEC18-1026-5444-96B4-B855CC2EA09B}" srcOrd="0" destOrd="0" presId="urn:microsoft.com/office/officeart/2016/7/layout/LinearArrowProcessNumbered"/>
    <dgm:cxn modelId="{F460EFE6-6316-CB4B-88DE-21364D334C92}" type="presOf" srcId="{5B444D21-85A4-45C8-99DE-11ED01907301}" destId="{7F85EBD4-E9A4-9B40-AC9E-0F0E44FF0E09}" srcOrd="0" destOrd="0" presId="urn:microsoft.com/office/officeart/2016/7/layout/LinearArrowProcessNumbered"/>
    <dgm:cxn modelId="{9D7D25F3-54DC-7F40-928C-41F108EEB5FE}" type="presOf" srcId="{9AD37CA7-50BD-4620-8D50-99E987F13D9D}" destId="{9F59C0C0-0943-2F4C-8CE8-6AB6E66DA00E}" srcOrd="0" destOrd="0" presId="urn:microsoft.com/office/officeart/2016/7/layout/LinearArrowProcessNumbered"/>
    <dgm:cxn modelId="{74C9F7D2-B576-2B41-A4E1-5FD243EF71EA}" type="presParOf" srcId="{885186FA-B089-E246-97C9-E703609A828B}" destId="{F673AEE2-BB50-6541-9613-70727E8827EE}" srcOrd="0" destOrd="0" presId="urn:microsoft.com/office/officeart/2016/7/layout/LinearArrowProcessNumbered"/>
    <dgm:cxn modelId="{AF194DD5-6CDF-BC46-AAB9-9F9A4903A784}" type="presParOf" srcId="{F673AEE2-BB50-6541-9613-70727E8827EE}" destId="{7768DF7B-A80F-C24C-ACA9-0BEFECFF6121}" srcOrd="0" destOrd="0" presId="urn:microsoft.com/office/officeart/2016/7/layout/LinearArrowProcessNumbered"/>
    <dgm:cxn modelId="{E85BFDD8-B3E0-C247-ABCF-31D63FBDCE99}" type="presParOf" srcId="{F673AEE2-BB50-6541-9613-70727E8827EE}" destId="{D04965D2-6DE0-544E-A2B3-CED52B4D10A0}" srcOrd="1" destOrd="0" presId="urn:microsoft.com/office/officeart/2016/7/layout/LinearArrowProcessNumbered"/>
    <dgm:cxn modelId="{F1C548FC-05F5-DE4A-82D0-18BFC5640538}" type="presParOf" srcId="{D04965D2-6DE0-544E-A2B3-CED52B4D10A0}" destId="{3A6E25C5-4DD4-674F-AA62-11ED7EA19B2E}" srcOrd="0" destOrd="0" presId="urn:microsoft.com/office/officeart/2016/7/layout/LinearArrowProcessNumbered"/>
    <dgm:cxn modelId="{77F48BEC-0D3C-9843-8F85-33F252B2E782}" type="presParOf" srcId="{D04965D2-6DE0-544E-A2B3-CED52B4D10A0}" destId="{DC6151AF-CD39-8449-A8ED-3197A189DA0C}" srcOrd="1" destOrd="0" presId="urn:microsoft.com/office/officeart/2016/7/layout/LinearArrowProcessNumbered"/>
    <dgm:cxn modelId="{A1B5F363-0612-D34D-9E1C-3D3FAD7C1E6F}" type="presParOf" srcId="{D04965D2-6DE0-544E-A2B3-CED52B4D10A0}" destId="{4C866465-2863-D64D-B551-A1F522CE4AC9}" srcOrd="2" destOrd="0" presId="urn:microsoft.com/office/officeart/2016/7/layout/LinearArrowProcessNumbered"/>
    <dgm:cxn modelId="{7915BA76-E519-114B-A2BF-B6B45DEAE31D}" type="presParOf" srcId="{D04965D2-6DE0-544E-A2B3-CED52B4D10A0}" destId="{EC71B857-2D32-4348-BCFD-531029EB7781}" srcOrd="3" destOrd="0" presId="urn:microsoft.com/office/officeart/2016/7/layout/LinearArrowProcessNumbered"/>
    <dgm:cxn modelId="{FEE284E2-8C44-D442-A2A1-1109E5D91AF8}" type="presParOf" srcId="{F673AEE2-BB50-6541-9613-70727E8827EE}" destId="{56DADF92-1EBE-DC4E-8D16-56D3135A8903}" srcOrd="2" destOrd="0" presId="urn:microsoft.com/office/officeart/2016/7/layout/LinearArrowProcessNumbered"/>
    <dgm:cxn modelId="{3F2C8E8B-C165-C749-BA79-2834267D5DD3}" type="presParOf" srcId="{885186FA-B089-E246-97C9-E703609A828B}" destId="{3A781BCC-33F7-0943-92F6-319F31579ED8}" srcOrd="1" destOrd="0" presId="urn:microsoft.com/office/officeart/2016/7/layout/LinearArrowProcessNumbered"/>
    <dgm:cxn modelId="{B84FC872-7B2E-3546-AC60-B435458E43CE}" type="presParOf" srcId="{885186FA-B089-E246-97C9-E703609A828B}" destId="{06CDC304-5EAC-354B-98FF-4271C7FC804E}" srcOrd="2" destOrd="0" presId="urn:microsoft.com/office/officeart/2016/7/layout/LinearArrowProcessNumbered"/>
    <dgm:cxn modelId="{C7B0E2DF-8C15-5D4F-8316-6927F984BE9B}" type="presParOf" srcId="{06CDC304-5EAC-354B-98FF-4271C7FC804E}" destId="{7BC0946C-186A-0145-B33F-7B7B9D8A1BF0}" srcOrd="0" destOrd="0" presId="urn:microsoft.com/office/officeart/2016/7/layout/LinearArrowProcessNumbered"/>
    <dgm:cxn modelId="{D0B34F15-CBCD-1147-AC61-A99499C7138D}" type="presParOf" srcId="{06CDC304-5EAC-354B-98FF-4271C7FC804E}" destId="{84A34941-7514-8747-86A3-55F4CA6D7A18}" srcOrd="1" destOrd="0" presId="urn:microsoft.com/office/officeart/2016/7/layout/LinearArrowProcessNumbered"/>
    <dgm:cxn modelId="{25310FD4-2C70-254A-BA9E-7D0C387A47E8}" type="presParOf" srcId="{84A34941-7514-8747-86A3-55F4CA6D7A18}" destId="{F6CD87C2-D020-1546-9194-6026B33F1173}" srcOrd="0" destOrd="0" presId="urn:microsoft.com/office/officeart/2016/7/layout/LinearArrowProcessNumbered"/>
    <dgm:cxn modelId="{12DF0E99-1FA9-8248-9A43-37B5E96A42D7}" type="presParOf" srcId="{84A34941-7514-8747-86A3-55F4CA6D7A18}" destId="{F7C7F9D0-C1C8-4E42-B79F-EDDD47D4BA39}" srcOrd="1" destOrd="0" presId="urn:microsoft.com/office/officeart/2016/7/layout/LinearArrowProcessNumbered"/>
    <dgm:cxn modelId="{BC3D112B-742B-DD49-A4F6-381880EBC094}" type="presParOf" srcId="{84A34941-7514-8747-86A3-55F4CA6D7A18}" destId="{CB0F1994-0231-0447-BC5C-C8F3D885AA76}" srcOrd="2" destOrd="0" presId="urn:microsoft.com/office/officeart/2016/7/layout/LinearArrowProcessNumbered"/>
    <dgm:cxn modelId="{98B808BC-A79D-F14A-94A7-E51BD8141CB3}" type="presParOf" srcId="{84A34941-7514-8747-86A3-55F4CA6D7A18}" destId="{66CF0DDA-62AE-C24D-B04E-DD821B564DFD}" srcOrd="3" destOrd="0" presId="urn:microsoft.com/office/officeart/2016/7/layout/LinearArrowProcessNumbered"/>
    <dgm:cxn modelId="{BFDD75DB-30CE-1B48-8E1E-9D7BB94E629C}" type="presParOf" srcId="{06CDC304-5EAC-354B-98FF-4271C7FC804E}" destId="{7F85EBD4-E9A4-9B40-AC9E-0F0E44FF0E09}" srcOrd="2" destOrd="0" presId="urn:microsoft.com/office/officeart/2016/7/layout/LinearArrowProcessNumbered"/>
    <dgm:cxn modelId="{B31233DC-1499-2D40-B624-E3E8912D5DCB}" type="presParOf" srcId="{885186FA-B089-E246-97C9-E703609A828B}" destId="{A6AE9A87-0B92-CB42-BC6C-FA7651C6903D}" srcOrd="3" destOrd="0" presId="urn:microsoft.com/office/officeart/2016/7/layout/LinearArrowProcessNumbered"/>
    <dgm:cxn modelId="{C4FB1CCF-6479-794C-ACB9-588ED94D918B}" type="presParOf" srcId="{885186FA-B089-E246-97C9-E703609A828B}" destId="{A6378FCB-2B47-034D-8E91-93538342C754}" srcOrd="4" destOrd="0" presId="urn:microsoft.com/office/officeart/2016/7/layout/LinearArrowProcessNumbered"/>
    <dgm:cxn modelId="{B289315F-0C24-F342-A9A4-81220C9D4ED5}" type="presParOf" srcId="{A6378FCB-2B47-034D-8E91-93538342C754}" destId="{7A118D53-2FB1-394A-8F9B-23B611A9F300}" srcOrd="0" destOrd="0" presId="urn:microsoft.com/office/officeart/2016/7/layout/LinearArrowProcessNumbered"/>
    <dgm:cxn modelId="{138012BF-6990-7C46-9680-517154B7A2CC}" type="presParOf" srcId="{A6378FCB-2B47-034D-8E91-93538342C754}" destId="{E34C19F5-A00A-0949-96AD-A21069A9188A}" srcOrd="1" destOrd="0" presId="urn:microsoft.com/office/officeart/2016/7/layout/LinearArrowProcessNumbered"/>
    <dgm:cxn modelId="{4E41AB65-D457-994B-A190-F131736B4578}" type="presParOf" srcId="{E34C19F5-A00A-0949-96AD-A21069A9188A}" destId="{E5967708-D459-C043-9A3B-AC684E8B87CA}" srcOrd="0" destOrd="0" presId="urn:microsoft.com/office/officeart/2016/7/layout/LinearArrowProcessNumbered"/>
    <dgm:cxn modelId="{74A32189-F67D-8844-A7BD-DFF3F8CD7BF1}" type="presParOf" srcId="{E34C19F5-A00A-0949-96AD-A21069A9188A}" destId="{0ACECAFB-72C0-614D-B503-1D88CDE12E62}" srcOrd="1" destOrd="0" presId="urn:microsoft.com/office/officeart/2016/7/layout/LinearArrowProcessNumbered"/>
    <dgm:cxn modelId="{6F8D9CC9-06A4-E44F-8016-8F9F27C8C4A1}" type="presParOf" srcId="{E34C19F5-A00A-0949-96AD-A21069A9188A}" destId="{495CD8EC-FEE9-7841-B297-9275959B00DF}" srcOrd="2" destOrd="0" presId="urn:microsoft.com/office/officeart/2016/7/layout/LinearArrowProcessNumbered"/>
    <dgm:cxn modelId="{8096FD26-F082-E846-A228-17FF7759D35A}" type="presParOf" srcId="{E34C19F5-A00A-0949-96AD-A21069A9188A}" destId="{DBA122B2-230B-2242-B9F2-873A98454DC0}" srcOrd="3" destOrd="0" presId="urn:microsoft.com/office/officeart/2016/7/layout/LinearArrowProcessNumbered"/>
    <dgm:cxn modelId="{B39E3A70-4D75-CA43-B703-0569D39D846F}" type="presParOf" srcId="{A6378FCB-2B47-034D-8E91-93538342C754}" destId="{FC87ACF6-E13F-ED40-AB24-2DB2722FD88F}" srcOrd="2" destOrd="0" presId="urn:microsoft.com/office/officeart/2016/7/layout/LinearArrowProcessNumbered"/>
    <dgm:cxn modelId="{6AC764DA-9988-D54E-9E67-8ED259FC77BC}" type="presParOf" srcId="{885186FA-B089-E246-97C9-E703609A828B}" destId="{2697B6B4-7833-6540-86E7-61652D96B765}" srcOrd="5" destOrd="0" presId="urn:microsoft.com/office/officeart/2016/7/layout/LinearArrowProcessNumbered"/>
    <dgm:cxn modelId="{8609D7D9-6131-8F47-B8BD-AFE51994EEAD}" type="presParOf" srcId="{885186FA-B089-E246-97C9-E703609A828B}" destId="{D821E16B-F0FD-8646-9367-D3A016594E26}" srcOrd="6" destOrd="0" presId="urn:microsoft.com/office/officeart/2016/7/layout/LinearArrowProcessNumbered"/>
    <dgm:cxn modelId="{1D7FBE76-4056-D741-BB95-4C6BDA6D472C}" type="presParOf" srcId="{D821E16B-F0FD-8646-9367-D3A016594E26}" destId="{947F10EB-E4E1-3B4B-BF6B-7F550F4585DA}" srcOrd="0" destOrd="0" presId="urn:microsoft.com/office/officeart/2016/7/layout/LinearArrowProcessNumbered"/>
    <dgm:cxn modelId="{41C4BB15-CE11-1340-A8E8-11ACC27E5072}" type="presParOf" srcId="{D821E16B-F0FD-8646-9367-D3A016594E26}" destId="{AA34E4A5-C2A6-0B4A-BFE2-EE74167C66C1}" srcOrd="1" destOrd="0" presId="urn:microsoft.com/office/officeart/2016/7/layout/LinearArrowProcessNumbered"/>
    <dgm:cxn modelId="{5F3BFDA0-8DBE-7B4A-A107-D4412452E464}" type="presParOf" srcId="{AA34E4A5-C2A6-0B4A-BFE2-EE74167C66C1}" destId="{7E4B592D-2C10-8749-8C5A-D62AE994C845}" srcOrd="0" destOrd="0" presId="urn:microsoft.com/office/officeart/2016/7/layout/LinearArrowProcessNumbered"/>
    <dgm:cxn modelId="{307F2427-A47B-9844-89D2-FDE8F59E3FF7}" type="presParOf" srcId="{AA34E4A5-C2A6-0B4A-BFE2-EE74167C66C1}" destId="{A63E2E94-B52B-F446-91A0-CD0A318BEED6}" srcOrd="1" destOrd="0" presId="urn:microsoft.com/office/officeart/2016/7/layout/LinearArrowProcessNumbered"/>
    <dgm:cxn modelId="{E5BD1CB0-11DE-C64B-91CB-02C7100653A1}" type="presParOf" srcId="{AA34E4A5-C2A6-0B4A-BFE2-EE74167C66C1}" destId="{BA0D06DA-1954-2A40-AED6-D576F01408AD}" srcOrd="2" destOrd="0" presId="urn:microsoft.com/office/officeart/2016/7/layout/LinearArrowProcessNumbered"/>
    <dgm:cxn modelId="{1AE3BFF3-BAA9-E944-98CB-7B0C84570A92}" type="presParOf" srcId="{AA34E4A5-C2A6-0B4A-BFE2-EE74167C66C1}" destId="{BE387B1E-C1E3-1148-91E5-07ACC52C5BC2}" srcOrd="3" destOrd="0" presId="urn:microsoft.com/office/officeart/2016/7/layout/LinearArrowProcessNumbered"/>
    <dgm:cxn modelId="{695F5C6C-878E-0743-AA67-A3D83A31E802}" type="presParOf" srcId="{D821E16B-F0FD-8646-9367-D3A016594E26}" destId="{7666AD44-9363-6746-A417-35C82348E006}" srcOrd="2" destOrd="0" presId="urn:microsoft.com/office/officeart/2016/7/layout/LinearArrowProcessNumbered"/>
    <dgm:cxn modelId="{3CCDEED6-5A1E-B24B-82F8-4FA3E5B3859A}" type="presParOf" srcId="{885186FA-B089-E246-97C9-E703609A828B}" destId="{03123757-E2AE-B349-9CF7-3037CD8E2438}" srcOrd="7" destOrd="0" presId="urn:microsoft.com/office/officeart/2016/7/layout/LinearArrowProcessNumbered"/>
    <dgm:cxn modelId="{AE7ABCB9-2120-CD45-854B-0913F1D2DF15}" type="presParOf" srcId="{885186FA-B089-E246-97C9-E703609A828B}" destId="{A5BA71BD-5F06-5940-9F11-F23020F08F6F}" srcOrd="8" destOrd="0" presId="urn:microsoft.com/office/officeart/2016/7/layout/LinearArrowProcessNumbered"/>
    <dgm:cxn modelId="{79FB1F34-1EF7-E042-9FFA-1A2D3A03D7A5}" type="presParOf" srcId="{A5BA71BD-5F06-5940-9F11-F23020F08F6F}" destId="{54081EC2-1B68-1E4C-97E1-200D2DF5FE4F}" srcOrd="0" destOrd="0" presId="urn:microsoft.com/office/officeart/2016/7/layout/LinearArrowProcessNumbered"/>
    <dgm:cxn modelId="{5F05B57E-2784-F041-9386-EAD1C6BADEE2}" type="presParOf" srcId="{A5BA71BD-5F06-5940-9F11-F23020F08F6F}" destId="{C6436312-2C21-954B-A596-4A146FD97C0B}" srcOrd="1" destOrd="0" presId="urn:microsoft.com/office/officeart/2016/7/layout/LinearArrowProcessNumbered"/>
    <dgm:cxn modelId="{08541118-ADEE-E34A-A59A-09814F63F803}" type="presParOf" srcId="{C6436312-2C21-954B-A596-4A146FD97C0B}" destId="{6C1FED0F-AF1E-FD41-B8B9-2550E692E208}" srcOrd="0" destOrd="0" presId="urn:microsoft.com/office/officeart/2016/7/layout/LinearArrowProcessNumbered"/>
    <dgm:cxn modelId="{B156FA5E-7542-E740-A4F6-4615A2917F6D}" type="presParOf" srcId="{C6436312-2C21-954B-A596-4A146FD97C0B}" destId="{14E37DF1-8B77-A042-A99E-D743377E978D}" srcOrd="1" destOrd="0" presId="urn:microsoft.com/office/officeart/2016/7/layout/LinearArrowProcessNumbered"/>
    <dgm:cxn modelId="{86EDC11D-5DE9-3443-A4F2-C36AAFA2E328}" type="presParOf" srcId="{C6436312-2C21-954B-A596-4A146FD97C0B}" destId="{3564AE22-1409-6C4E-AC8E-9D0C1BD185C8}" srcOrd="2" destOrd="0" presId="urn:microsoft.com/office/officeart/2016/7/layout/LinearArrowProcessNumbered"/>
    <dgm:cxn modelId="{B345479D-38CC-4C42-885B-47DB30D72F43}" type="presParOf" srcId="{C6436312-2C21-954B-A596-4A146FD97C0B}" destId="{D3D01352-C427-C045-AC86-DF748AE6E277}" srcOrd="3" destOrd="0" presId="urn:microsoft.com/office/officeart/2016/7/layout/LinearArrowProcessNumbered"/>
    <dgm:cxn modelId="{B6B1FFC7-F69A-A64E-99B7-58FE791B05AB}" type="presParOf" srcId="{A5BA71BD-5F06-5940-9F11-F23020F08F6F}" destId="{8EAEEC18-1026-5444-96B4-B855CC2EA09B}" srcOrd="2" destOrd="0" presId="urn:microsoft.com/office/officeart/2016/7/layout/LinearArrowProcessNumbered"/>
    <dgm:cxn modelId="{11F3568E-6698-EE41-A350-68864C5995A1}" type="presParOf" srcId="{885186FA-B089-E246-97C9-E703609A828B}" destId="{ABDC6C0A-95C5-8E47-816E-7A4815B3042F}" srcOrd="9" destOrd="0" presId="urn:microsoft.com/office/officeart/2016/7/layout/LinearArrowProcessNumbered"/>
    <dgm:cxn modelId="{97C1686C-A1EA-E647-9BF1-A058C2561E98}" type="presParOf" srcId="{885186FA-B089-E246-97C9-E703609A828B}" destId="{C7E90F35-379A-F749-8473-0E005182DB08}" srcOrd="10" destOrd="0" presId="urn:microsoft.com/office/officeart/2016/7/layout/LinearArrowProcessNumbered"/>
    <dgm:cxn modelId="{D814DFE5-4E0A-814B-8FB5-3AD9178172C0}" type="presParOf" srcId="{C7E90F35-379A-F749-8473-0E005182DB08}" destId="{7ADD57F4-5FB6-BB4D-B813-A21A1FAF34EE}" srcOrd="0" destOrd="0" presId="urn:microsoft.com/office/officeart/2016/7/layout/LinearArrowProcessNumbered"/>
    <dgm:cxn modelId="{54FA33AB-8AB1-5F46-90B5-3B390724A04E}" type="presParOf" srcId="{C7E90F35-379A-F749-8473-0E005182DB08}" destId="{EE9E6DB8-C78C-6244-982F-AD85A274AEA3}" srcOrd="1" destOrd="0" presId="urn:microsoft.com/office/officeart/2016/7/layout/LinearArrowProcessNumbered"/>
    <dgm:cxn modelId="{F087C7D6-C9B1-5048-B452-3270B98F43D6}" type="presParOf" srcId="{EE9E6DB8-C78C-6244-982F-AD85A274AEA3}" destId="{94B2D019-4447-1A45-82A2-FFEEF4C9FE3B}" srcOrd="0" destOrd="0" presId="urn:microsoft.com/office/officeart/2016/7/layout/LinearArrowProcessNumbered"/>
    <dgm:cxn modelId="{21FA1CD2-FDA7-E247-8AA9-56485AAEB429}" type="presParOf" srcId="{EE9E6DB8-C78C-6244-982F-AD85A274AEA3}" destId="{F471C7FB-072A-0A43-82F5-8FE694558FB7}" srcOrd="1" destOrd="0" presId="urn:microsoft.com/office/officeart/2016/7/layout/LinearArrowProcessNumbered"/>
    <dgm:cxn modelId="{EE211BA3-AF0B-3043-89BE-379A3D4285BF}" type="presParOf" srcId="{EE9E6DB8-C78C-6244-982F-AD85A274AEA3}" destId="{457E2A02-09BA-DB44-954E-6C7BD4D99E4F}" srcOrd="2" destOrd="0" presId="urn:microsoft.com/office/officeart/2016/7/layout/LinearArrowProcessNumbered"/>
    <dgm:cxn modelId="{BAAA9BE8-B3C7-7E4F-8C7E-BECEA8270A93}" type="presParOf" srcId="{EE9E6DB8-C78C-6244-982F-AD85A274AEA3}" destId="{A13859DD-588C-F54A-A38B-9A9345DB0227}" srcOrd="3" destOrd="0" presId="urn:microsoft.com/office/officeart/2016/7/layout/LinearArrowProcessNumbered"/>
    <dgm:cxn modelId="{FBB88846-2FAD-2448-9DD2-22DD6F131783}" type="presParOf" srcId="{C7E90F35-379A-F749-8473-0E005182DB08}" destId="{43082D66-2B88-6342-A82A-D14393E5C655}" srcOrd="2" destOrd="0" presId="urn:microsoft.com/office/officeart/2016/7/layout/LinearArrowProcessNumbered"/>
    <dgm:cxn modelId="{9E917A64-1DFF-9942-9AF8-8F525760BC49}" type="presParOf" srcId="{885186FA-B089-E246-97C9-E703609A828B}" destId="{FBA6CAA4-DE48-C448-906F-36CE0D9F7A1E}" srcOrd="11" destOrd="0" presId="urn:microsoft.com/office/officeart/2016/7/layout/LinearArrowProcessNumbered"/>
    <dgm:cxn modelId="{7955A726-C185-D445-8CDE-87395460359C}" type="presParOf" srcId="{885186FA-B089-E246-97C9-E703609A828B}" destId="{12B3624A-2C5D-8342-93E9-F9952E62700D}" srcOrd="12" destOrd="0" presId="urn:microsoft.com/office/officeart/2016/7/layout/LinearArrowProcessNumbered"/>
    <dgm:cxn modelId="{075B0AB6-AA0D-634F-B570-FFC11BE3EB6F}" type="presParOf" srcId="{12B3624A-2C5D-8342-93E9-F9952E62700D}" destId="{3745D4FF-7B2D-584A-922B-A88C2CE7CA8A}" srcOrd="0" destOrd="0" presId="urn:microsoft.com/office/officeart/2016/7/layout/LinearArrowProcessNumbered"/>
    <dgm:cxn modelId="{76AE9DF7-42BF-944A-9561-754195D4B9EF}" type="presParOf" srcId="{12B3624A-2C5D-8342-93E9-F9952E62700D}" destId="{08541E8D-D667-1D45-B4BA-BABB8FCEC981}" srcOrd="1" destOrd="0" presId="urn:microsoft.com/office/officeart/2016/7/layout/LinearArrowProcessNumbered"/>
    <dgm:cxn modelId="{33925341-B5FF-4A4D-B594-B3D55FB2EF4A}" type="presParOf" srcId="{08541E8D-D667-1D45-B4BA-BABB8FCEC981}" destId="{4C1176AB-C54C-7D47-BDBB-2EB7AF225BC2}" srcOrd="0" destOrd="0" presId="urn:microsoft.com/office/officeart/2016/7/layout/LinearArrowProcessNumbered"/>
    <dgm:cxn modelId="{9F969383-5A7B-3E45-B660-0CCEB0491FF3}" type="presParOf" srcId="{08541E8D-D667-1D45-B4BA-BABB8FCEC981}" destId="{705BA033-95AC-3C42-8307-60B54EA62E6A}" srcOrd="1" destOrd="0" presId="urn:microsoft.com/office/officeart/2016/7/layout/LinearArrowProcessNumbered"/>
    <dgm:cxn modelId="{307120A3-94FB-AE41-8F25-BD172B844873}" type="presParOf" srcId="{08541E8D-D667-1D45-B4BA-BABB8FCEC981}" destId="{4897F044-753C-B848-A1DE-0FFB7DB27B20}" srcOrd="2" destOrd="0" presId="urn:microsoft.com/office/officeart/2016/7/layout/LinearArrowProcessNumbered"/>
    <dgm:cxn modelId="{DE9B1914-D728-E543-80E5-1BA30AA0A4D7}" type="presParOf" srcId="{08541E8D-D667-1D45-B4BA-BABB8FCEC981}" destId="{672D94A2-F02F-564C-B05C-421A58790806}" srcOrd="3" destOrd="0" presId="urn:microsoft.com/office/officeart/2016/7/layout/LinearArrowProcessNumbered"/>
    <dgm:cxn modelId="{74993830-D8E3-EE4E-95F6-D19340507BFA}" type="presParOf" srcId="{12B3624A-2C5D-8342-93E9-F9952E62700D}" destId="{22E0DF73-1B07-E64D-9C30-DD0726F77A70}" srcOrd="2" destOrd="0" presId="urn:microsoft.com/office/officeart/2016/7/layout/LinearArrowProcessNumbered"/>
    <dgm:cxn modelId="{2ABD931A-8D22-194D-AA29-1643D431ED67}" type="presParOf" srcId="{885186FA-B089-E246-97C9-E703609A828B}" destId="{15A64AD1-AE29-ED41-A19F-24790E80AD31}" srcOrd="13" destOrd="0" presId="urn:microsoft.com/office/officeart/2016/7/layout/LinearArrowProcessNumbered"/>
    <dgm:cxn modelId="{6B4899B8-40EC-0349-B794-5B5835706D29}" type="presParOf" srcId="{885186FA-B089-E246-97C9-E703609A828B}" destId="{80AB3EB3-8019-6E4F-B526-8200DE91E9EF}" srcOrd="14" destOrd="0" presId="urn:microsoft.com/office/officeart/2016/7/layout/LinearArrowProcessNumbered"/>
    <dgm:cxn modelId="{719A192E-6F12-014B-BFB8-326FC91B96A3}" type="presParOf" srcId="{80AB3EB3-8019-6E4F-B526-8200DE91E9EF}" destId="{0E665D2A-DD2E-074E-BD67-8981366A6CEE}" srcOrd="0" destOrd="0" presId="urn:microsoft.com/office/officeart/2016/7/layout/LinearArrowProcessNumbered"/>
    <dgm:cxn modelId="{860DF7A2-618E-9D45-BD4C-3307CCCC172B}" type="presParOf" srcId="{80AB3EB3-8019-6E4F-B526-8200DE91E9EF}" destId="{20B4C99B-068D-7649-A9E8-01788637DAD5}" srcOrd="1" destOrd="0" presId="urn:microsoft.com/office/officeart/2016/7/layout/LinearArrowProcessNumbered"/>
    <dgm:cxn modelId="{76C6EB0E-872C-7B46-B3F5-BD831AB9E62A}" type="presParOf" srcId="{20B4C99B-068D-7649-A9E8-01788637DAD5}" destId="{5B2664BF-EC44-214E-86A3-622E2666BA82}" srcOrd="0" destOrd="0" presId="urn:microsoft.com/office/officeart/2016/7/layout/LinearArrowProcessNumbered"/>
    <dgm:cxn modelId="{2B9247B2-7618-0C4B-B294-C0E1B927BFA5}" type="presParOf" srcId="{20B4C99B-068D-7649-A9E8-01788637DAD5}" destId="{DCB21FAC-93B9-4C4F-9025-8A034B791C2D}" srcOrd="1" destOrd="0" presId="urn:microsoft.com/office/officeart/2016/7/layout/LinearArrowProcessNumbered"/>
    <dgm:cxn modelId="{68395055-22BA-C64F-9F79-1F0CC04A4188}" type="presParOf" srcId="{20B4C99B-068D-7649-A9E8-01788637DAD5}" destId="{72F911AA-B395-4140-AD64-9A6EF5EEBC77}" srcOrd="2" destOrd="0" presId="urn:microsoft.com/office/officeart/2016/7/layout/LinearArrowProcessNumbered"/>
    <dgm:cxn modelId="{4E2042C0-7A5E-2746-A48A-10D860A63D2A}" type="presParOf" srcId="{20B4C99B-068D-7649-A9E8-01788637DAD5}" destId="{7BFD9B01-F185-7745-91C5-124F93D025B2}" srcOrd="3" destOrd="0" presId="urn:microsoft.com/office/officeart/2016/7/layout/LinearArrowProcessNumbered"/>
    <dgm:cxn modelId="{0CBAEBCB-FBF8-7049-92B2-5464C8AF45DB}" type="presParOf" srcId="{80AB3EB3-8019-6E4F-B526-8200DE91E9EF}" destId="{9F59C0C0-0943-2F4C-8CE8-6AB6E66DA00E}" srcOrd="2" destOrd="0" presId="urn:microsoft.com/office/officeart/2016/7/layout/LinearArrow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F8B731-6536-3545-891A-49C76A2EE29E}">
      <dsp:nvSpPr>
        <dsp:cNvPr id="0" name=""/>
        <dsp:cNvSpPr/>
      </dsp:nvSpPr>
      <dsp:spPr>
        <a:xfrm>
          <a:off x="0" y="2641"/>
          <a:ext cx="56769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201F7D-2294-F347-8DC3-192E4DEFBB42}">
      <dsp:nvSpPr>
        <dsp:cNvPr id="0" name=""/>
        <dsp:cNvSpPr/>
      </dsp:nvSpPr>
      <dsp:spPr>
        <a:xfrm>
          <a:off x="0" y="2641"/>
          <a:ext cx="5676900" cy="18016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Sometimes we prune these like any other ornamental, dead wood, clearance, etc.</a:t>
          </a:r>
        </a:p>
      </dsp:txBody>
      <dsp:txXfrm>
        <a:off x="0" y="2641"/>
        <a:ext cx="5676900" cy="1801638"/>
      </dsp:txXfrm>
    </dsp:sp>
    <dsp:sp modelId="{5BD31656-322A-AF46-A92F-C6C31E244AED}">
      <dsp:nvSpPr>
        <dsp:cNvPr id="0" name=""/>
        <dsp:cNvSpPr/>
      </dsp:nvSpPr>
      <dsp:spPr>
        <a:xfrm>
          <a:off x="0" y="1804280"/>
          <a:ext cx="56769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581746-8FC1-2B42-8A96-348878B54761}">
      <dsp:nvSpPr>
        <dsp:cNvPr id="0" name=""/>
        <dsp:cNvSpPr/>
      </dsp:nvSpPr>
      <dsp:spPr>
        <a:xfrm>
          <a:off x="0" y="1804280"/>
          <a:ext cx="5676900" cy="18016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Tree pruning specifically for fruit production is different than what we’re generally trying to accomplish as arborists.</a:t>
          </a:r>
        </a:p>
      </dsp:txBody>
      <dsp:txXfrm>
        <a:off x="0" y="1804280"/>
        <a:ext cx="5676900" cy="1801638"/>
      </dsp:txXfrm>
    </dsp:sp>
    <dsp:sp modelId="{FFCF2412-4AC0-A846-8C9C-BB2F33188C5E}">
      <dsp:nvSpPr>
        <dsp:cNvPr id="0" name=""/>
        <dsp:cNvSpPr/>
      </dsp:nvSpPr>
      <dsp:spPr>
        <a:xfrm>
          <a:off x="0" y="3605919"/>
          <a:ext cx="56769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6DC9A8-68D5-904B-AD4D-16EA5888A1CF}">
      <dsp:nvSpPr>
        <dsp:cNvPr id="0" name=""/>
        <dsp:cNvSpPr/>
      </dsp:nvSpPr>
      <dsp:spPr>
        <a:xfrm>
          <a:off x="0" y="3605919"/>
          <a:ext cx="5676900" cy="18016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Utilitarian purposes, while aesthetic is no longer relevant, generally produce a strange looking tree: Pollarding, orchard style fruit tree pruning, clearance from a newly built structure.</a:t>
          </a:r>
        </a:p>
      </dsp:txBody>
      <dsp:txXfrm>
        <a:off x="0" y="3605919"/>
        <a:ext cx="5676900" cy="180163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4668E8-5CD1-4575-837A-4A2DB983F9D3}">
      <dsp:nvSpPr>
        <dsp:cNvPr id="0" name=""/>
        <dsp:cNvSpPr/>
      </dsp:nvSpPr>
      <dsp:spPr>
        <a:xfrm>
          <a:off x="509055" y="1046437"/>
          <a:ext cx="540421" cy="5404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C6AC57-11C8-4582-9F7F-DB68BA1A98FB}">
      <dsp:nvSpPr>
        <dsp:cNvPr id="0" name=""/>
        <dsp:cNvSpPr/>
      </dsp:nvSpPr>
      <dsp:spPr>
        <a:xfrm>
          <a:off x="7235" y="1662743"/>
          <a:ext cx="1544062" cy="2316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500" kern="1200"/>
            <a:t>Make</a:t>
          </a:r>
        </a:p>
      </dsp:txBody>
      <dsp:txXfrm>
        <a:off x="7235" y="1662743"/>
        <a:ext cx="1544062" cy="231609"/>
      </dsp:txXfrm>
    </dsp:sp>
    <dsp:sp modelId="{23428272-E36E-425D-873F-B05BD6DB9611}">
      <dsp:nvSpPr>
        <dsp:cNvPr id="0" name=""/>
        <dsp:cNvSpPr/>
      </dsp:nvSpPr>
      <dsp:spPr>
        <a:xfrm>
          <a:off x="7235" y="1929648"/>
          <a:ext cx="1544062" cy="8815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Make stouter branches that can hold more fruit</a:t>
          </a:r>
        </a:p>
      </dsp:txBody>
      <dsp:txXfrm>
        <a:off x="7235" y="1929648"/>
        <a:ext cx="1544062" cy="881540"/>
      </dsp:txXfrm>
    </dsp:sp>
    <dsp:sp modelId="{89BBE565-A042-4F97-AAE3-28D98CE493B2}">
      <dsp:nvSpPr>
        <dsp:cNvPr id="0" name=""/>
        <dsp:cNvSpPr/>
      </dsp:nvSpPr>
      <dsp:spPr>
        <a:xfrm>
          <a:off x="2323328" y="1046437"/>
          <a:ext cx="540421" cy="5404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C6DC64-577C-437A-B21E-522CDFE1802A}">
      <dsp:nvSpPr>
        <dsp:cNvPr id="0" name=""/>
        <dsp:cNvSpPr/>
      </dsp:nvSpPr>
      <dsp:spPr>
        <a:xfrm>
          <a:off x="1821508" y="1662743"/>
          <a:ext cx="1544062" cy="2316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500" kern="1200"/>
            <a:t>Increase</a:t>
          </a:r>
        </a:p>
      </dsp:txBody>
      <dsp:txXfrm>
        <a:off x="1821508" y="1662743"/>
        <a:ext cx="1544062" cy="231609"/>
      </dsp:txXfrm>
    </dsp:sp>
    <dsp:sp modelId="{CB26C5B8-44AE-49F7-8134-3EE286163A0B}">
      <dsp:nvSpPr>
        <dsp:cNvPr id="0" name=""/>
        <dsp:cNvSpPr/>
      </dsp:nvSpPr>
      <dsp:spPr>
        <a:xfrm>
          <a:off x="1821508" y="1929648"/>
          <a:ext cx="1544062" cy="8815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Increase light penetration through canopy to improve fruit color and quality </a:t>
          </a:r>
        </a:p>
      </dsp:txBody>
      <dsp:txXfrm>
        <a:off x="1821508" y="1929648"/>
        <a:ext cx="1544062" cy="881540"/>
      </dsp:txXfrm>
    </dsp:sp>
    <dsp:sp modelId="{77E5AE88-71E2-4EEF-81DA-196013FC00E2}">
      <dsp:nvSpPr>
        <dsp:cNvPr id="0" name=""/>
        <dsp:cNvSpPr/>
      </dsp:nvSpPr>
      <dsp:spPr>
        <a:xfrm>
          <a:off x="4137602" y="1046437"/>
          <a:ext cx="540421" cy="5404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01186B-8BD4-4B6C-8623-56B3B204AF49}">
      <dsp:nvSpPr>
        <dsp:cNvPr id="0" name=""/>
        <dsp:cNvSpPr/>
      </dsp:nvSpPr>
      <dsp:spPr>
        <a:xfrm>
          <a:off x="3635782" y="1662743"/>
          <a:ext cx="1544062" cy="2316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500" kern="1200"/>
            <a:t>Improve</a:t>
          </a:r>
        </a:p>
      </dsp:txBody>
      <dsp:txXfrm>
        <a:off x="3635782" y="1662743"/>
        <a:ext cx="1544062" cy="231609"/>
      </dsp:txXfrm>
    </dsp:sp>
    <dsp:sp modelId="{AB3B29D9-09D7-44CC-B963-B358FC172984}">
      <dsp:nvSpPr>
        <dsp:cNvPr id="0" name=""/>
        <dsp:cNvSpPr/>
      </dsp:nvSpPr>
      <dsp:spPr>
        <a:xfrm>
          <a:off x="3635782" y="1929648"/>
          <a:ext cx="1544062" cy="8815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Improve air circulation to reduce fungal problems</a:t>
          </a:r>
        </a:p>
      </dsp:txBody>
      <dsp:txXfrm>
        <a:off x="3635782" y="1929648"/>
        <a:ext cx="1544062" cy="881540"/>
      </dsp:txXfrm>
    </dsp:sp>
    <dsp:sp modelId="{46228170-225B-41B1-A16D-A1A2E87E6630}">
      <dsp:nvSpPr>
        <dsp:cNvPr id="0" name=""/>
        <dsp:cNvSpPr/>
      </dsp:nvSpPr>
      <dsp:spPr>
        <a:xfrm>
          <a:off x="5951875" y="1046437"/>
          <a:ext cx="540421" cy="54042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2716DD-EC8C-40C2-9F66-787592D4C231}">
      <dsp:nvSpPr>
        <dsp:cNvPr id="0" name=""/>
        <dsp:cNvSpPr/>
      </dsp:nvSpPr>
      <dsp:spPr>
        <a:xfrm>
          <a:off x="5450055" y="1662743"/>
          <a:ext cx="1544062" cy="2316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500" kern="1200"/>
            <a:t>Manage</a:t>
          </a:r>
        </a:p>
      </dsp:txBody>
      <dsp:txXfrm>
        <a:off x="5450055" y="1662743"/>
        <a:ext cx="1544062" cy="231609"/>
      </dsp:txXfrm>
    </dsp:sp>
    <dsp:sp modelId="{5D0E34CD-69B5-4EEA-A0EC-BDC855DC982C}">
      <dsp:nvSpPr>
        <dsp:cNvPr id="0" name=""/>
        <dsp:cNvSpPr/>
      </dsp:nvSpPr>
      <dsp:spPr>
        <a:xfrm>
          <a:off x="5450055" y="1929648"/>
          <a:ext cx="1544062" cy="8815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Manage quantity of flower buds to reduce branch breakage in the summer </a:t>
          </a:r>
        </a:p>
      </dsp:txBody>
      <dsp:txXfrm>
        <a:off x="5450055" y="1929648"/>
        <a:ext cx="1544062" cy="881540"/>
      </dsp:txXfrm>
    </dsp:sp>
    <dsp:sp modelId="{D012919D-BBBB-42A7-BB9A-E2CDBA63FA74}">
      <dsp:nvSpPr>
        <dsp:cNvPr id="0" name=""/>
        <dsp:cNvSpPr/>
      </dsp:nvSpPr>
      <dsp:spPr>
        <a:xfrm>
          <a:off x="7766149" y="1046437"/>
          <a:ext cx="540421" cy="540421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AE1413-AA00-45BC-8146-648653CB85D8}">
      <dsp:nvSpPr>
        <dsp:cNvPr id="0" name=""/>
        <dsp:cNvSpPr/>
      </dsp:nvSpPr>
      <dsp:spPr>
        <a:xfrm>
          <a:off x="7264328" y="1662743"/>
          <a:ext cx="1544062" cy="2316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500" kern="1200"/>
            <a:t>Maintain</a:t>
          </a:r>
        </a:p>
      </dsp:txBody>
      <dsp:txXfrm>
        <a:off x="7264328" y="1662743"/>
        <a:ext cx="1544062" cy="231609"/>
      </dsp:txXfrm>
    </dsp:sp>
    <dsp:sp modelId="{A2E1D183-F1B1-4E82-97ED-2AC3E285225C}">
      <dsp:nvSpPr>
        <dsp:cNvPr id="0" name=""/>
        <dsp:cNvSpPr/>
      </dsp:nvSpPr>
      <dsp:spPr>
        <a:xfrm>
          <a:off x="7264328" y="1929648"/>
          <a:ext cx="1544062" cy="8815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Maintain height and shape to ease harvest</a:t>
          </a:r>
        </a:p>
      </dsp:txBody>
      <dsp:txXfrm>
        <a:off x="7264328" y="1929648"/>
        <a:ext cx="1544062" cy="881540"/>
      </dsp:txXfrm>
    </dsp:sp>
    <dsp:sp modelId="{BDC6E0B2-8002-48D1-B077-D9278596D444}">
      <dsp:nvSpPr>
        <dsp:cNvPr id="0" name=""/>
        <dsp:cNvSpPr/>
      </dsp:nvSpPr>
      <dsp:spPr>
        <a:xfrm>
          <a:off x="9580422" y="1046437"/>
          <a:ext cx="540421" cy="540421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82BBBD-9369-47EA-9BA5-F09B00A0D717}">
      <dsp:nvSpPr>
        <dsp:cNvPr id="0" name=""/>
        <dsp:cNvSpPr/>
      </dsp:nvSpPr>
      <dsp:spPr>
        <a:xfrm>
          <a:off x="9078602" y="1662743"/>
          <a:ext cx="1544062" cy="2316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500" kern="1200"/>
            <a:t>Push</a:t>
          </a:r>
        </a:p>
      </dsp:txBody>
      <dsp:txXfrm>
        <a:off x="9078602" y="1662743"/>
        <a:ext cx="1544062" cy="231609"/>
      </dsp:txXfrm>
    </dsp:sp>
    <dsp:sp modelId="{DA3E9510-1B8E-4B49-8EB3-B659DB11FFEF}">
      <dsp:nvSpPr>
        <dsp:cNvPr id="0" name=""/>
        <dsp:cNvSpPr/>
      </dsp:nvSpPr>
      <dsp:spPr>
        <a:xfrm>
          <a:off x="9078602" y="1929648"/>
          <a:ext cx="1544062" cy="8815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Push fruit to exterior where there is more light and fruit is easier to pick by managing interior growth.</a:t>
          </a:r>
        </a:p>
      </dsp:txBody>
      <dsp:txXfrm>
        <a:off x="9078602" y="1929648"/>
        <a:ext cx="1544062" cy="88154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6E25C5-4DD4-674F-AA62-11ED7EA19B2E}">
      <dsp:nvSpPr>
        <dsp:cNvPr id="0" name=""/>
        <dsp:cNvSpPr/>
      </dsp:nvSpPr>
      <dsp:spPr>
        <a:xfrm>
          <a:off x="668865" y="863179"/>
          <a:ext cx="530975" cy="71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C6151AF-CD39-8449-A8ED-3197A189DA0C}">
      <dsp:nvSpPr>
        <dsp:cNvPr id="0" name=""/>
        <dsp:cNvSpPr/>
      </dsp:nvSpPr>
      <dsp:spPr>
        <a:xfrm>
          <a:off x="1231699" y="818613"/>
          <a:ext cx="61062" cy="114687"/>
        </a:xfrm>
        <a:prstGeom prst="chevron">
          <a:avLst>
            <a:gd name="adj" fmla="val 90000"/>
          </a:avLst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C866465-2863-D64D-B551-A1F522CE4AC9}">
      <dsp:nvSpPr>
        <dsp:cNvPr id="0" name=""/>
        <dsp:cNvSpPr/>
      </dsp:nvSpPr>
      <dsp:spPr>
        <a:xfrm>
          <a:off x="366707" y="627429"/>
          <a:ext cx="471571" cy="471571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300" tIns="18300" rIns="18300" bIns="1830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1</a:t>
          </a:r>
        </a:p>
      </dsp:txBody>
      <dsp:txXfrm>
        <a:off x="435767" y="696489"/>
        <a:ext cx="333451" cy="333451"/>
      </dsp:txXfrm>
    </dsp:sp>
    <dsp:sp modelId="{56DADF92-1EBE-DC4E-8D16-56D3135A8903}">
      <dsp:nvSpPr>
        <dsp:cNvPr id="0" name=""/>
        <dsp:cNvSpPr/>
      </dsp:nvSpPr>
      <dsp:spPr>
        <a:xfrm>
          <a:off x="5145" y="1264598"/>
          <a:ext cx="1194695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4239" tIns="165100" rIns="94239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-Remove suckers from base of tree</a:t>
          </a:r>
        </a:p>
      </dsp:txBody>
      <dsp:txXfrm>
        <a:off x="5145" y="1503537"/>
        <a:ext cx="1194695" cy="1726661"/>
      </dsp:txXfrm>
    </dsp:sp>
    <dsp:sp modelId="{F6CD87C2-D020-1546-9194-6026B33F1173}">
      <dsp:nvSpPr>
        <dsp:cNvPr id="0" name=""/>
        <dsp:cNvSpPr/>
      </dsp:nvSpPr>
      <dsp:spPr>
        <a:xfrm>
          <a:off x="1332585" y="863177"/>
          <a:ext cx="1194695" cy="71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7C7F9D0-C1C8-4E42-B79F-EDDD47D4BA39}">
      <dsp:nvSpPr>
        <dsp:cNvPr id="0" name=""/>
        <dsp:cNvSpPr/>
      </dsp:nvSpPr>
      <dsp:spPr>
        <a:xfrm>
          <a:off x="2559139" y="818611"/>
          <a:ext cx="61062" cy="114690"/>
        </a:xfrm>
        <a:prstGeom prst="chevron">
          <a:avLst>
            <a:gd name="adj" fmla="val 90000"/>
          </a:avLst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B0F1994-0231-0447-BC5C-C8F3D885AA76}">
      <dsp:nvSpPr>
        <dsp:cNvPr id="0" name=""/>
        <dsp:cNvSpPr/>
      </dsp:nvSpPr>
      <dsp:spPr>
        <a:xfrm>
          <a:off x="1694147" y="627428"/>
          <a:ext cx="471571" cy="471571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300" tIns="18300" rIns="18300" bIns="1830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2</a:t>
          </a:r>
        </a:p>
      </dsp:txBody>
      <dsp:txXfrm>
        <a:off x="1763207" y="696488"/>
        <a:ext cx="333451" cy="333451"/>
      </dsp:txXfrm>
    </dsp:sp>
    <dsp:sp modelId="{7F85EBD4-E9A4-9B40-AC9E-0F0E44FF0E09}">
      <dsp:nvSpPr>
        <dsp:cNvPr id="0" name=""/>
        <dsp:cNvSpPr/>
      </dsp:nvSpPr>
      <dsp:spPr>
        <a:xfrm>
          <a:off x="1332585" y="1264598"/>
          <a:ext cx="1194695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4239" tIns="165100" rIns="94239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-remove large vertical crossing branches </a:t>
          </a:r>
        </a:p>
      </dsp:txBody>
      <dsp:txXfrm>
        <a:off x="1332585" y="1503537"/>
        <a:ext cx="1194695" cy="1726661"/>
      </dsp:txXfrm>
    </dsp:sp>
    <dsp:sp modelId="{E5967708-D459-C043-9A3B-AC684E8B87CA}">
      <dsp:nvSpPr>
        <dsp:cNvPr id="0" name=""/>
        <dsp:cNvSpPr/>
      </dsp:nvSpPr>
      <dsp:spPr>
        <a:xfrm>
          <a:off x="2660024" y="863177"/>
          <a:ext cx="1194695" cy="71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ACECAFB-72C0-614D-B503-1D88CDE12E62}">
      <dsp:nvSpPr>
        <dsp:cNvPr id="0" name=""/>
        <dsp:cNvSpPr/>
      </dsp:nvSpPr>
      <dsp:spPr>
        <a:xfrm>
          <a:off x="3886579" y="818611"/>
          <a:ext cx="61062" cy="114690"/>
        </a:xfrm>
        <a:prstGeom prst="chevron">
          <a:avLst>
            <a:gd name="adj" fmla="val 90000"/>
          </a:avLst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95CD8EC-FEE9-7841-B297-9275959B00DF}">
      <dsp:nvSpPr>
        <dsp:cNvPr id="0" name=""/>
        <dsp:cNvSpPr/>
      </dsp:nvSpPr>
      <dsp:spPr>
        <a:xfrm>
          <a:off x="3021587" y="627427"/>
          <a:ext cx="471571" cy="471571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300" tIns="18300" rIns="18300" bIns="1830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3</a:t>
          </a:r>
        </a:p>
      </dsp:txBody>
      <dsp:txXfrm>
        <a:off x="3090647" y="696487"/>
        <a:ext cx="333451" cy="333451"/>
      </dsp:txXfrm>
    </dsp:sp>
    <dsp:sp modelId="{FC87ACF6-E13F-ED40-AB24-2DB2722FD88F}">
      <dsp:nvSpPr>
        <dsp:cNvPr id="0" name=""/>
        <dsp:cNvSpPr/>
      </dsp:nvSpPr>
      <dsp:spPr>
        <a:xfrm>
          <a:off x="2660024" y="1264598"/>
          <a:ext cx="1194695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4239" tIns="165100" rIns="94239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-remove dead or dying branches </a:t>
          </a:r>
        </a:p>
      </dsp:txBody>
      <dsp:txXfrm>
        <a:off x="2660024" y="1503537"/>
        <a:ext cx="1194695" cy="1726661"/>
      </dsp:txXfrm>
    </dsp:sp>
    <dsp:sp modelId="{7E4B592D-2C10-8749-8C5A-D62AE994C845}">
      <dsp:nvSpPr>
        <dsp:cNvPr id="0" name=""/>
        <dsp:cNvSpPr/>
      </dsp:nvSpPr>
      <dsp:spPr>
        <a:xfrm>
          <a:off x="3987464" y="863177"/>
          <a:ext cx="1194695" cy="72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63E2E94-B52B-F446-91A0-CD0A318BEED6}">
      <dsp:nvSpPr>
        <dsp:cNvPr id="0" name=""/>
        <dsp:cNvSpPr/>
      </dsp:nvSpPr>
      <dsp:spPr>
        <a:xfrm>
          <a:off x="5214019" y="818611"/>
          <a:ext cx="61062" cy="114690"/>
        </a:xfrm>
        <a:prstGeom prst="chevron">
          <a:avLst>
            <a:gd name="adj" fmla="val 90000"/>
          </a:avLst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A0D06DA-1954-2A40-AED6-D576F01408AD}">
      <dsp:nvSpPr>
        <dsp:cNvPr id="0" name=""/>
        <dsp:cNvSpPr/>
      </dsp:nvSpPr>
      <dsp:spPr>
        <a:xfrm>
          <a:off x="4349027" y="627427"/>
          <a:ext cx="471571" cy="471571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300" tIns="18300" rIns="18300" bIns="1830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4</a:t>
          </a:r>
        </a:p>
      </dsp:txBody>
      <dsp:txXfrm>
        <a:off x="4418087" y="696487"/>
        <a:ext cx="333451" cy="333451"/>
      </dsp:txXfrm>
    </dsp:sp>
    <dsp:sp modelId="{7666AD44-9363-6746-A417-35C82348E006}">
      <dsp:nvSpPr>
        <dsp:cNvPr id="0" name=""/>
        <dsp:cNvSpPr/>
      </dsp:nvSpPr>
      <dsp:spPr>
        <a:xfrm>
          <a:off x="3987464" y="1264598"/>
          <a:ext cx="1194695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4239" tIns="165100" rIns="94239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-remove crowded branches </a:t>
          </a:r>
        </a:p>
      </dsp:txBody>
      <dsp:txXfrm>
        <a:off x="3987464" y="1503537"/>
        <a:ext cx="1194695" cy="1726661"/>
      </dsp:txXfrm>
    </dsp:sp>
    <dsp:sp modelId="{6C1FED0F-AF1E-FD41-B8B9-2550E692E208}">
      <dsp:nvSpPr>
        <dsp:cNvPr id="0" name=""/>
        <dsp:cNvSpPr/>
      </dsp:nvSpPr>
      <dsp:spPr>
        <a:xfrm>
          <a:off x="5314904" y="863177"/>
          <a:ext cx="1194695" cy="72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4E37DF1-8B77-A042-A99E-D743377E978D}">
      <dsp:nvSpPr>
        <dsp:cNvPr id="0" name=""/>
        <dsp:cNvSpPr/>
      </dsp:nvSpPr>
      <dsp:spPr>
        <a:xfrm>
          <a:off x="6541459" y="818611"/>
          <a:ext cx="61062" cy="114690"/>
        </a:xfrm>
        <a:prstGeom prst="chevron">
          <a:avLst>
            <a:gd name="adj" fmla="val 90000"/>
          </a:avLst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564AE22-1409-6C4E-AC8E-9D0C1BD185C8}">
      <dsp:nvSpPr>
        <dsp:cNvPr id="0" name=""/>
        <dsp:cNvSpPr/>
      </dsp:nvSpPr>
      <dsp:spPr>
        <a:xfrm>
          <a:off x="5676467" y="627427"/>
          <a:ext cx="471571" cy="471571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300" tIns="18300" rIns="18300" bIns="1830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5</a:t>
          </a:r>
        </a:p>
      </dsp:txBody>
      <dsp:txXfrm>
        <a:off x="5745527" y="696487"/>
        <a:ext cx="333451" cy="333451"/>
      </dsp:txXfrm>
    </dsp:sp>
    <dsp:sp modelId="{8EAEEC18-1026-5444-96B4-B855CC2EA09B}">
      <dsp:nvSpPr>
        <dsp:cNvPr id="0" name=""/>
        <dsp:cNvSpPr/>
      </dsp:nvSpPr>
      <dsp:spPr>
        <a:xfrm>
          <a:off x="5314904" y="1264598"/>
          <a:ext cx="1194695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4239" tIns="165100" rIns="94239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-remove water sprouts completely instead of reducing them to avoid more sprouts </a:t>
          </a:r>
        </a:p>
      </dsp:txBody>
      <dsp:txXfrm>
        <a:off x="5314904" y="1503537"/>
        <a:ext cx="1194695" cy="1726661"/>
      </dsp:txXfrm>
    </dsp:sp>
    <dsp:sp modelId="{94B2D019-4447-1A45-82A2-FFEEF4C9FE3B}">
      <dsp:nvSpPr>
        <dsp:cNvPr id="0" name=""/>
        <dsp:cNvSpPr/>
      </dsp:nvSpPr>
      <dsp:spPr>
        <a:xfrm>
          <a:off x="6642344" y="863177"/>
          <a:ext cx="1194695" cy="72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71C7FB-072A-0A43-82F5-8FE694558FB7}">
      <dsp:nvSpPr>
        <dsp:cNvPr id="0" name=""/>
        <dsp:cNvSpPr/>
      </dsp:nvSpPr>
      <dsp:spPr>
        <a:xfrm>
          <a:off x="7868899" y="818611"/>
          <a:ext cx="61062" cy="114690"/>
        </a:xfrm>
        <a:prstGeom prst="chevron">
          <a:avLst>
            <a:gd name="adj" fmla="val 90000"/>
          </a:avLst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57E2A02-09BA-DB44-954E-6C7BD4D99E4F}">
      <dsp:nvSpPr>
        <dsp:cNvPr id="0" name=""/>
        <dsp:cNvSpPr/>
      </dsp:nvSpPr>
      <dsp:spPr>
        <a:xfrm>
          <a:off x="7003907" y="627427"/>
          <a:ext cx="471571" cy="471571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300" tIns="18300" rIns="18300" bIns="1830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6</a:t>
          </a:r>
        </a:p>
      </dsp:txBody>
      <dsp:txXfrm>
        <a:off x="7072967" y="696487"/>
        <a:ext cx="333451" cy="333451"/>
      </dsp:txXfrm>
    </dsp:sp>
    <dsp:sp modelId="{43082D66-2B88-6342-A82A-D14393E5C655}">
      <dsp:nvSpPr>
        <dsp:cNvPr id="0" name=""/>
        <dsp:cNvSpPr/>
      </dsp:nvSpPr>
      <dsp:spPr>
        <a:xfrm>
          <a:off x="6642344" y="1264598"/>
          <a:ext cx="1194695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4239" tIns="165100" rIns="94239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-establish central leader and reduce all other potential competition. </a:t>
          </a:r>
        </a:p>
      </dsp:txBody>
      <dsp:txXfrm>
        <a:off x="6642344" y="1503537"/>
        <a:ext cx="1194695" cy="1726661"/>
      </dsp:txXfrm>
    </dsp:sp>
    <dsp:sp modelId="{4C1176AB-C54C-7D47-BDBB-2EB7AF225BC2}">
      <dsp:nvSpPr>
        <dsp:cNvPr id="0" name=""/>
        <dsp:cNvSpPr/>
      </dsp:nvSpPr>
      <dsp:spPr>
        <a:xfrm>
          <a:off x="7969784" y="863176"/>
          <a:ext cx="1194695" cy="72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05BA033-95AC-3C42-8307-60B54EA62E6A}">
      <dsp:nvSpPr>
        <dsp:cNvPr id="0" name=""/>
        <dsp:cNvSpPr/>
      </dsp:nvSpPr>
      <dsp:spPr>
        <a:xfrm>
          <a:off x="9196339" y="818611"/>
          <a:ext cx="61062" cy="114690"/>
        </a:xfrm>
        <a:prstGeom prst="chevron">
          <a:avLst>
            <a:gd name="adj" fmla="val 90000"/>
          </a:avLst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897F044-753C-B848-A1DE-0FFB7DB27B20}">
      <dsp:nvSpPr>
        <dsp:cNvPr id="0" name=""/>
        <dsp:cNvSpPr/>
      </dsp:nvSpPr>
      <dsp:spPr>
        <a:xfrm>
          <a:off x="8331346" y="627427"/>
          <a:ext cx="471571" cy="471571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300" tIns="18300" rIns="18300" bIns="1830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7</a:t>
          </a:r>
        </a:p>
      </dsp:txBody>
      <dsp:txXfrm>
        <a:off x="8400406" y="696487"/>
        <a:ext cx="333451" cy="333451"/>
      </dsp:txXfrm>
    </dsp:sp>
    <dsp:sp modelId="{22E0DF73-1B07-E64D-9C30-DD0726F77A70}">
      <dsp:nvSpPr>
        <dsp:cNvPr id="0" name=""/>
        <dsp:cNvSpPr/>
      </dsp:nvSpPr>
      <dsp:spPr>
        <a:xfrm>
          <a:off x="7969784" y="1264598"/>
          <a:ext cx="1194777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4245" tIns="165100" rIns="94245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-reduction cuts should target light penetration pushing lateral branch ends into full sun </a:t>
          </a:r>
        </a:p>
      </dsp:txBody>
      <dsp:txXfrm>
        <a:off x="7969784" y="1503553"/>
        <a:ext cx="1194777" cy="1726645"/>
      </dsp:txXfrm>
    </dsp:sp>
    <dsp:sp modelId="{5B2664BF-EC44-214E-86A3-622E2666BA82}">
      <dsp:nvSpPr>
        <dsp:cNvPr id="0" name=""/>
        <dsp:cNvSpPr/>
      </dsp:nvSpPr>
      <dsp:spPr>
        <a:xfrm>
          <a:off x="9297314" y="863176"/>
          <a:ext cx="597347" cy="72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F911AA-B395-4140-AD64-9A6EF5EEBC77}">
      <dsp:nvSpPr>
        <dsp:cNvPr id="0" name=""/>
        <dsp:cNvSpPr/>
      </dsp:nvSpPr>
      <dsp:spPr>
        <a:xfrm>
          <a:off x="9658877" y="627427"/>
          <a:ext cx="471571" cy="471571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300" tIns="18300" rIns="18300" bIns="1830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8</a:t>
          </a:r>
        </a:p>
      </dsp:txBody>
      <dsp:txXfrm>
        <a:off x="9727937" y="696487"/>
        <a:ext cx="333451" cy="333451"/>
      </dsp:txXfrm>
    </dsp:sp>
    <dsp:sp modelId="{9F59C0C0-0943-2F4C-8CE8-6AB6E66DA00E}">
      <dsp:nvSpPr>
        <dsp:cNvPr id="0" name=""/>
        <dsp:cNvSpPr/>
      </dsp:nvSpPr>
      <dsp:spPr>
        <a:xfrm>
          <a:off x="9297314" y="1264598"/>
          <a:ext cx="1194695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4239" tIns="165100" rIns="94239" bIns="1651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-removing more than 10% - 20% of canopy will produce more suckers requiring more frequent pruning. </a:t>
          </a:r>
        </a:p>
      </dsp:txBody>
      <dsp:txXfrm>
        <a:off x="9297314" y="1503537"/>
        <a:ext cx="1194695" cy="172666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LinearArrowProcessNumbered">
  <dgm:title val="Linear Arrow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shape called UpArrowCallout. Also the nodes are connected by an arrow like shape emphasizing the process natur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3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w" for="ch" forName="compositeNode" refType="w"/>
      <dgm:constr type="h" for="ch" forName="compositeNode" op="equ"/>
      <dgm:constr type="w" for="ch" forName="sibTransComposite" refType="w" refFor="ch" refForName="compositeNode" fact="0"/>
      <dgm:constr type="w" for="des" forName="parTx"/>
      <dgm:constr type="h" for="des" forName="parTx" op="equ"/>
      <dgm:constr type="h" for="des" forName="parSh" op="equ"/>
      <dgm:constr type="w" for="des" forName="nodeText"/>
      <dgm:constr type="h" for="des" forName="nodeText" op="equ"/>
      <dgm:constr type="w" for="des" forName="parSh"/>
      <dgm:constr type="w" for="des" forName="parSh" op="equ"/>
      <dgm:constr type="primFontSz" for="des" forName="parTx" val="26"/>
      <dgm:constr type="primFontSz" for="des" forName="parTx" op="equ"/>
      <dgm:constr type="primFontSz" for="des" forName="parSh" op="equ"/>
      <dgm:constr type="primFontSz" for="des" forName="nodeText" op="equ"/>
      <dgm:constr type="secFontSz" for="des" forName="nodeText" op="equ"/>
      <dgm:constr type="primFontSz" for="des" forName="sibTransNodeCircle" op="equ"/>
      <dgm:constr type="h" for="des" forName="sibTransNodeCircle" op="equ"/>
      <dgm:constr type="w" for="des" forName="sibTransNodeCircle" op="equ"/>
      <dgm:constr type="h" for="des" forName="parTx" refType="primFontSz" refFor="des" refForName="parTx" fact="1.5"/>
      <dgm:constr type="h" for="ch" forName="compositeNode" refType="h"/>
      <dgm:constr type="h" for="des" forName="parSh" refType="w"/>
      <dgm:constr type="h" for="des" forName="nodeText" refType="primFontSz" refFor="des" refForName="parTx" fact="2.1"/>
      <dgm:constr type="h" for="des" forName="parSh" refType="h" refFor="des" refForName="parTx" op="lte" fact="1.2"/>
      <dgm:constr type="h" for="des" forName="parSh" refType="h" refFor="des" refForName="parTx" op="gte" fact="1.2"/>
    </dgm:constrLst>
    <dgm:ruleLst>
      <dgm:rule type="primFontSz" for="des" forName="parSh" val="5" fact="NaN" max="NaN"/>
    </dgm:ruleLst>
    <dgm:forEach name="Name3" axis="ch" ptType="node">
      <dgm:layoutNode name="compositeNode">
        <dgm:alg type="composite"/>
        <dgm:shape xmlns:r="http://schemas.openxmlformats.org/officeDocument/2006/relationships" r:blip="">
          <dgm:adjLst/>
        </dgm:shape>
        <dgm:presOf/>
        <dgm:choose name="Name004">
          <dgm:if name="Name5" axis="self" ptType="node" func="cnt" op="equ" val="0">
            <dgm:constrLst>
              <dgm:constr type="w" for="ch" forName="parTx" refType="w"/>
              <dgm:constr type="w" for="ch" forName="parSh" refType="w" refFor="ch" refForName="parTx"/>
              <dgm:constr type="w" for="ch" forName="nodeText" refType="w" refFor="ch" refForName="parTx"/>
              <dgm:constr type="t" for="ch" forName="nodeText" refType="b" refFor="ch" refForName="parSh"/>
            </dgm:constrLst>
          </dgm:if>
          <dgm:else name="Name6">
            <dgm:constrLst>
              <dgm:constr type="w" for="ch" forName="parTx" refType="w"/>
              <dgm:constr type="w" for="ch" forName="parSh" refType="w" refFor="ch" refForName="parTx"/>
              <dgm:constr type="w" for="ch" forName="nodeText" refType="w" refFor="ch" refForName="parTx" fact="0.9"/>
              <dgm:constr type="t" for="ch" forName="nodeText" refType="b" refFor="ch" refForName="parSh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zOrderOff="1" hideGeom="1">
            <dgm:adjLst/>
          </dgm:shape>
          <dgm:presOf/>
          <dgm:constrLst>
            <dgm:constr type="h" refType="w" op="lte" fact="0.4"/>
            <dgm:constr type="h"/>
          </dgm:constrLst>
          <dgm:ruleLst>
            <dgm:rule type="h" val="INF" fact="NaN" max="NaN"/>
          </dgm:ruleLst>
        </dgm:layoutNode>
        <dgm:layoutNode name="parSh">
          <dgm:alg type="composite"/>
          <dgm:shape xmlns:r="http://schemas.openxmlformats.org/officeDocument/2006/relationships" r:blip="">
            <dgm:adjLst/>
          </dgm:shape>
          <dgm:presOf axis="self" ptType="node"/>
          <dgm:choose name="casesForFirstAndLastNode">
            <dgm:if name="ifFirstNode" axis="self" ptType="node" func="pos" op="equ" val="1">
              <dgm:choose name="removeLineWhenOnlyOneNode">
                <dgm:if name="ifOnlyOneNode" axis="followSib" ptType="node" func="cnt" op="equ" val="0">
                  <dgm:constrLst>
                    <dgm:constr type="h"/>
                    <dgm:constr type="h" for="ch" forName="lineNode" val="0.002"/>
                    <dgm:constr type="w" for="ch" forName="lineNode" refType="w" fact="0"/>
                    <dgm:constr type="w" for="ch" forName="lineArrowNode" refType="w" fact="0"/>
                    <dgm:constr type="h" for="ch" forName="lineArrowNode" refType="h" fact="0"/>
                    <dgm:constr type="ctrY" for="ch" forName="lineNode" refType="ctrY" refFor="ch" refForName="sibTransNodeCircle"/>
                    <dgm:constr type="h" for="ch" forName="sibTransNodeCircle" refType="h" fact="0.9"/>
                    <dgm:constr type="w" for="ch" forName="sibTransNodeCircle" refType="h" refFor="ch" refForName="sibTransNodeCircle"/>
                    <dgm:constr type="ctrX" for="ch" forName="sibTransNodeCircle" refType="w" fact="0.4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4.6"/>
                  </dgm:constrLst>
                </dgm:if>
                <dgm:else name="ifMoreThanOneNode">
                  <dgm:constrLst>
                    <dgm:constr type="h"/>
                    <dgm:constr type="h" for="ch" forName="lineNode" val="0.002"/>
                    <dgm:constr type="w" for="ch" forName="lineNode" refType="w" fact="0.4"/>
                    <dgm:constr type="l" for="ch" forName="lineNode" refType="w" fact="0.5"/>
                    <dgm:constr type="w" for="ch" forName="lineArrowNode" refType="w" fact="0.046"/>
                    <dgm:constr type="h" for="ch" forName="lineArrowNode" refType="h" fact="0.18"/>
                    <dgm:constr type="l" for="ch" forName="lineArrowNode" refType="w" fact="0.924"/>
                    <dgm:constr type="t" for="ch" forName="lineArrowNode" refType="h" fact="0.18"/>
                    <dgm:constr type="ctrY" for="ch" forName="lineNode" refType="ctrY" refFor="ch" refForName="sibTransNodeCircle"/>
                    <dgm:constr type="h" for="ch" forName="sibTransNodeCircle" refType="h" fact="0.9"/>
                    <dgm:constr type="w" for="ch" forName="sibTransNodeCircle" refType="h" refFor="ch" refForName="sibTransNodeCircle"/>
                    <dgm:constr type="ctrX" for="ch" forName="sibTransNodeCircle" refType="w" fact="0.4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4.6"/>
                  </dgm:constrLst>
                </dgm:else>
              </dgm:choose>
            </dgm:if>
            <dgm:if name="ifLastNode" axis="self" ptType="node" func="revPos" op="equ" val="1">
              <dgm:constrLst>
                <dgm:constr type="h"/>
                <dgm:constr type="h" for="ch" forName="lineNode" val="0.002"/>
                <dgm:constr type="w" for="ch" forName="lineNode" refType="w" fact="0.45"/>
                <dgm:constr type="w" for="ch" forName="lineArrowNode" refType="w" fact="0"/>
                <dgm:constr type="h" for="ch" forName="lineArrowNode" refType="h" fact="0"/>
                <dgm:constr type="ctrY" for="ch" forName="lineNode" refType="ctrY" refFor="ch" refForName="sibTransNodeCircle"/>
                <dgm:constr type="h" for="ch" forName="sibTransNodeCircle" refType="h"/>
                <dgm:constr type="w" for="ch" forName="sibTransNodeCircle" refType="h" refFor="ch" refForName="sibTransNodeCircle"/>
                <dgm:constr type="ctrX" for="ch" forName="sibTransNodeCircle" refType="w" fact="0.45"/>
                <dgm:constr type="ctrY" for="ch" forName="sibTransNodeCircle" refType="h" fact="0.25"/>
                <dgm:constr type="t" for="ch" forName="spacerBetweenCircleAndCallout" refType="b" refFor="ch" refForName="sibTransNodeCircle"/>
                <dgm:constr type="h" for="ch" forName="spacerBetweenCircleAndCallout" val="4.6"/>
              </dgm:constrLst>
            </dgm:if>
            <dgm:else name="allOtherNodes">
              <dgm:constrLst>
                <dgm:constr type="h"/>
                <dgm:constr type="h" for="ch" forName="lineNode" val="0.002"/>
                <dgm:constr type="w" for="ch" forName="lineNode" refType="w" fact="0.9"/>
                <dgm:constr type="w" for="ch" forName="lineArrowNode" refType="w" fact="0.046"/>
                <dgm:constr type="h" for="ch" forName="lineArrowNode" refType="h" fact="0.18"/>
                <dgm:constr type="l" for="ch" forName="lineArrowNode" refType="w" fact="0.924"/>
                <dgm:constr type="t" for="ch" forName="lineArrowNode" refType="h" fact="0.18"/>
                <dgm:constr type="ctrY" for="ch" forName="lineNode" refType="ctrY" refFor="ch" refForName="sibTransNodeCircle"/>
                <dgm:constr type="h" for="ch" forName="sibTransNodeCircle" refType="h" fact="0.9"/>
                <dgm:constr type="w" for="ch" forName="sibTransNodeCircle" refType="h" refFor="ch" refForName="sibTransNodeCircle"/>
                <dgm:constr type="ctrX" for="ch" forName="sibTransNodeCircle" refType="w" fact="0.45"/>
                <dgm:constr type="ctrY" for="ch" forName="sibTransNodeCircle" refType="h" fact="0.25"/>
                <dgm:constr type="t" for="ch" forName="spacerBetweenCircleAndCallout" refType="b" refFor="ch" refForName="sibTransNodeCircle"/>
                <dgm:constr type="h" for="ch" forName="spacerBetweenCircleAndCallout" val="4.6"/>
              </dgm:constrLst>
            </dgm:else>
          </dgm:choose>
          <dgm:layoutNode name="lineNode" styleLbl="alignAccFollowNode1">
            <dgm:alg type="sp"/>
            <dgm:shape xmlns:r="http://schemas.openxmlformats.org/officeDocument/2006/relationships" type="rect" r:blip="">
              <dgm:adjLst/>
            </dgm:shape>
            <dgm:presOf/>
            <dgm:constrLst/>
            <dgm:ruleLst/>
          </dgm:layoutNode>
          <dgm:layoutNode name="lineArrowNode" styleLbl="alignAccFollowNode1">
            <dgm:alg type="sp"/>
            <dgm:shape xmlns:r="http://schemas.openxmlformats.org/officeDocument/2006/relationships" type="chevron" r:blip="">
              <dgm:adjLst>
                <dgm:adj idx="1" val="0.9"/>
              </dgm:adjLst>
            </dgm:shape>
            <dgm:presOf/>
            <dgm:ruleLst/>
          </dgm:layoutNode>
          <dgm:forEach name="Name19" axis="followSib" ptType="sibTrans" hideLastTrans="0" cnt="1">
            <dgm:layoutNode name="sibTransNodeCircle" styleLbl="alignNode1">
              <dgm:varLst>
                <dgm:chMax val="0"/>
                <dgm:bulletEnabled/>
              </dgm:varLst>
              <dgm:presOf axis="self" ptType="sibTrans"/>
              <dgm:alg type="tx">
                <dgm:param type="txAnchorVert" val="mid"/>
                <dgm:param type="txAnchorHorzCh" val="ctr"/>
                <dgm:param type="parTxRTLAlign" val="l"/>
              </dgm:alg>
              <dgm:shape xmlns:r="http://schemas.openxmlformats.org/officeDocument/2006/relationships" type="ellipse" r:blip="">
                <dgm:adjLst/>
              </dgm:shape>
              <dgm:constrLst>
                <dgm:constr type="w" refType="h" op="equ"/>
                <dgm:constr type="primFontSz" val="60"/>
                <dgm:constr type="tMarg" refType="w" fact="0.11"/>
                <dgm:constr type="lMarg" refType="w" fact="0.11"/>
                <dgm:constr type="rMarg" refType="w" fact="0.11"/>
                <dgm:constr type="bMarg" refType="w" fact="0.11"/>
              </dgm:constrLst>
              <dgm:ruleLst>
                <dgm:rule type="primFontSz" val="14" fact="NaN" max="NaN"/>
              </dgm:ruleLst>
            </dgm:layoutNode>
            <dgm:layoutNode name="spacerBetweenCircleAndCallout">
              <dgm:varLst/>
              <dgm:presOf/>
              <dgm:alg type="sp"/>
              <dgm:shape xmlns:r="http://schemas.openxmlformats.org/officeDocument/2006/relationships" r:blip="">
                <dgm:adjLst/>
              </dgm:shape>
              <dgm:constrLst/>
              <dgm:ruleLst/>
            </dgm:layoutNode>
          </dgm:forEach>
          <dgm:presOf/>
          <dgm:ruleLst/>
        </dgm:layoutNode>
        <dgm:layoutNode name="nodeText" styleLbl="alignAccFollowNode1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upArrowCallout" r:blip="">
            <dgm:adjLst>
              <dgm:adj idx="1" val="0.5"/>
              <dgm:adj idx="2" val="0.2"/>
              <dgm:adj idx="3" val="0.2"/>
              <dgm:adj idx="4" val="1"/>
            </dgm:adjLst>
          </dgm:shape>
          <dgm:presOf axis="desOrSelf" ptType="node"/>
          <dgm:constrLst>
            <dgm:constr type="secFontSz" val="16"/>
            <dgm:constr type="primFontSz" val="26"/>
            <dgm:constr type="h"/>
            <dgm:constr type="tMarg" val="13"/>
            <dgm:constr type="lMarg" refType="w" fact="0.2236"/>
            <dgm:constr type="rMarg" refType="w" fact="0.2236"/>
            <dgm:constr type="bMarg" val="13"/>
          </dgm:constrLst>
          <dgm:ruleLst>
            <dgm:rule type="secFontSz" val="11" fact="NaN" max="NaN"/>
            <dgm:rule type="primFontSz" val="11" fact="NaN" max="NaN"/>
            <dgm:rule type="h" val="INF" fact="NaN" max="NaN"/>
          </dgm:ruleLst>
        </dgm:layoutNode>
      </dgm:layoutNode>
      <dgm:forEach name="sibTransForEach" axis="followSib" ptType="sibTrans" cnt="1">
        <dgm:layoutNode name="sibTransComposite" styleLbl="alignAccFollowNode1">
          <dgm:alg type="sp"/>
          <dgm:shape xmlns:r="http://schemas.openxmlformats.org/officeDocument/2006/relationships" r:blip="">
            <dgm:adjLst/>
          </dgm:shape>
          <dgm:ruleLst/>
        </dgm:layoutNode>
        <dgm:ruleLst>
          <dgm:rule type="h" val="INF" fact="NaN" max="NaN"/>
        </dgm:ruleLst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62AE55-50BE-BC4C-884C-F053FB815612}" type="datetimeFigureOut">
              <a:rPr lang="en-US" smtClean="0"/>
              <a:t>2/9/25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5E50B4-4AED-4948-8A48-547506186C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6833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5E50B4-4AED-4948-8A48-547506186C5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3630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2/9/25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8300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2/9/25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5447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2/9/25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8969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2/9/25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032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2/9/25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22658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2/9/25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5754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2/9/25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04925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2/9/25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5608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2/9/25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3167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2/9/25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9322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2/9/25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7076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2/9/25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47139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4" r:id="rId1"/>
    <p:sldLayoutId id="2147483765" r:id="rId2"/>
    <p:sldLayoutId id="2147483766" r:id="rId3"/>
    <p:sldLayoutId id="2147483767" r:id="rId4"/>
    <p:sldLayoutId id="2147483768" r:id="rId5"/>
    <p:sldLayoutId id="2147483774" r:id="rId6"/>
    <p:sldLayoutId id="2147483769" r:id="rId7"/>
    <p:sldLayoutId id="2147483770" r:id="rId8"/>
    <p:sldLayoutId id="2147483771" r:id="rId9"/>
    <p:sldLayoutId id="2147483773" r:id="rId10"/>
    <p:sldLayoutId id="2147483772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5" name="Rectangle 64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9" name="Picture 58">
            <a:extLst>
              <a:ext uri="{FF2B5EF4-FFF2-40B4-BE49-F238E27FC236}">
                <a16:creationId xmlns:a16="http://schemas.microsoft.com/office/drawing/2014/main" id="{547DA8EB-A618-2B20-4635-DD80C7A0F87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954" r="20778"/>
          <a:stretch/>
        </p:blipFill>
        <p:spPr>
          <a:xfrm>
            <a:off x="1" y="10"/>
            <a:ext cx="4876799" cy="685798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2DDFE7B-AD52-BA8F-CB1A-E3332FFBDE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04552" y="871758"/>
            <a:ext cx="5825448" cy="3871143"/>
          </a:xfrm>
        </p:spPr>
        <p:txBody>
          <a:bodyPr>
            <a:normAutofit/>
          </a:bodyPr>
          <a:lstStyle/>
          <a:p>
            <a:r>
              <a:rPr lang="en-US"/>
              <a:t>PPM 02102025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4D0CDF-6431-53E9-50B2-63708F77E0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19964" y="4785543"/>
            <a:ext cx="5322013" cy="1005657"/>
          </a:xfrm>
        </p:spPr>
        <p:txBody>
          <a:bodyPr>
            <a:normAutofit/>
          </a:bodyPr>
          <a:lstStyle/>
          <a:p>
            <a:r>
              <a:rPr lang="en-US" dirty="0"/>
              <a:t>Pruning Apple Trees for Fruit Production: According to Your Arborist</a:t>
            </a:r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23776" y="723900"/>
            <a:ext cx="5706224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2CF06E40-3ECB-4820-95B5-8A70B07D4B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23776" y="6134100"/>
            <a:ext cx="56681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65896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E53615EE-C559-4E03-999B-5477F1626F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43766AD-6614-4710-B2A4-7BB682EE3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96107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 tree with many branches&#10;&#10;Description automatically generated">
            <a:extLst>
              <a:ext uri="{FF2B5EF4-FFF2-40B4-BE49-F238E27FC236}">
                <a16:creationId xmlns:a16="http://schemas.microsoft.com/office/drawing/2014/main" id="{EAF39C06-C6A8-58FB-F8CB-6BFC3CB78A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4138" y="2226373"/>
            <a:ext cx="2930793" cy="3907725"/>
          </a:xfrm>
          <a:prstGeom prst="rect">
            <a:avLst/>
          </a:prstGeom>
        </p:spPr>
      </p:pic>
      <p:pic>
        <p:nvPicPr>
          <p:cNvPr id="5" name="Content Placeholder 4" descr="A tree with fruits on it&#10;&#10;Description automatically generated">
            <a:extLst>
              <a:ext uri="{FF2B5EF4-FFF2-40B4-BE49-F238E27FC236}">
                <a16:creationId xmlns:a16="http://schemas.microsoft.com/office/drawing/2014/main" id="{D3D82F96-D97D-F365-C979-BCAD060C7A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5428" y="2226373"/>
            <a:ext cx="2930793" cy="390772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66DAFF9-BF0E-A592-3D1C-34792AB439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7" y="909637"/>
            <a:ext cx="10691814" cy="981914"/>
          </a:xfrm>
        </p:spPr>
        <p:txBody>
          <a:bodyPr>
            <a:normAutofit/>
          </a:bodyPr>
          <a:lstStyle/>
          <a:p>
            <a:r>
              <a:rPr lang="en-US" dirty="0"/>
              <a:t>Trees are strange and they do weird shit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3C63379B-C031-24D1-C234-2CE8B2E330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088" y="2226373"/>
            <a:ext cx="4087065" cy="3935127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While it is important for us to be specialists at tree care: fruit trees, and their care, make up several other careers that each take a lifetime to hone and perfect.</a:t>
            </a:r>
          </a:p>
          <a:p>
            <a:r>
              <a:rPr lang="en-US" dirty="0"/>
              <a:t>Teaching our customers about the 400 or so years of odd ways that different orchards prefer to prune them is largely not important to us as arborists.</a:t>
            </a:r>
          </a:p>
          <a:p>
            <a:r>
              <a:rPr lang="en-US" dirty="0"/>
              <a:t>The following is a general set of guidelines for the pruning of apple trees to the extent that we need to be aware of them when working through a residential landscape.</a:t>
            </a:r>
          </a:p>
          <a:p>
            <a:r>
              <a:rPr lang="en-US" dirty="0"/>
              <a:t>Answering every question that pertains to their perfect commercial care is not relevant is this line of work.</a:t>
            </a:r>
          </a:p>
        </p:txBody>
      </p:sp>
    </p:spTree>
    <p:extLst>
      <p:ext uri="{BB962C8B-B14F-4D97-AF65-F5344CB8AC3E}">
        <p14:creationId xmlns:p14="http://schemas.microsoft.com/office/powerpoint/2010/main" val="14307056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pples in a wooden crate">
            <a:extLst>
              <a:ext uri="{FF2B5EF4-FFF2-40B4-BE49-F238E27FC236}">
                <a16:creationId xmlns:a16="http://schemas.microsoft.com/office/drawing/2014/main" id="{94267FDF-C7F1-89A7-CD8A-152F6BBE5EA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826" r="28000" b="-2"/>
          <a:stretch/>
        </p:blipFill>
        <p:spPr>
          <a:xfrm>
            <a:off x="6420752" y="-1"/>
            <a:ext cx="5771248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A38D5D1-3D96-C270-542A-4E6C3C824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5195889" cy="1316736"/>
          </a:xfrm>
        </p:spPr>
        <p:txBody>
          <a:bodyPr>
            <a:normAutofit/>
          </a:bodyPr>
          <a:lstStyle/>
          <a:p>
            <a:r>
              <a:rPr lang="en-US" dirty="0"/>
              <a:t>Apple tree origins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A4AED4-FAC1-5B34-046F-41A0D57744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088" y="2231136"/>
            <a:ext cx="5195889" cy="393192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endParaRPr lang="en-US" sz="1300"/>
          </a:p>
          <a:p>
            <a:pPr>
              <a:lnSpc>
                <a:spcPct val="100000"/>
              </a:lnSpc>
            </a:pPr>
            <a:r>
              <a:rPr lang="en-US" sz="1300"/>
              <a:t>Discovered in central Asia and introduced to North America by the French in the 1600’s.</a:t>
            </a:r>
          </a:p>
          <a:p>
            <a:pPr>
              <a:lnSpc>
                <a:spcPct val="100000"/>
              </a:lnSpc>
            </a:pPr>
            <a:r>
              <a:rPr lang="en-US" sz="1300"/>
              <a:t>Apples as we know them are the result of thousands of years of human intervention.</a:t>
            </a:r>
          </a:p>
          <a:p>
            <a:pPr>
              <a:lnSpc>
                <a:spcPct val="100000"/>
              </a:lnSpc>
            </a:pPr>
            <a:r>
              <a:rPr lang="en-US" sz="1300"/>
              <a:t>Naturally occurring apple trees are likely to produce crabapples.</a:t>
            </a:r>
          </a:p>
          <a:p>
            <a:pPr>
              <a:lnSpc>
                <a:spcPct val="100000"/>
              </a:lnSpc>
            </a:pPr>
            <a:r>
              <a:rPr lang="en-US" sz="1300"/>
              <a:t>Apple seeds do not grow true to seed meaning the fruit does not contain seeds that will bear fruit identical to the parent plant.</a:t>
            </a:r>
          </a:p>
          <a:p>
            <a:pPr>
              <a:lnSpc>
                <a:spcPct val="100000"/>
              </a:lnSpc>
            </a:pPr>
            <a:r>
              <a:rPr lang="en-US" sz="1300"/>
              <a:t>Apple trees grown commercially are made from cuttings (Clones) of trees that produce the desired apple, and they are grafted onto crabapple root stock.</a:t>
            </a:r>
          </a:p>
          <a:p>
            <a:pPr>
              <a:lnSpc>
                <a:spcPct val="100000"/>
              </a:lnSpc>
            </a:pPr>
            <a:r>
              <a:rPr lang="en-US" sz="1300"/>
              <a:t>To produce apples a tree GENERALLY needs to be pollinated by separate tree. There are innumerable exceptions to this, but if someone asks you- this answer will be correct with the highest frequency.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2B951FD-94F7-E138-3EC2-A66A551D91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25902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9604516-F583-413C-8C0B-E7944F332B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"/>
            <a:ext cx="4876800" cy="685798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BFD5B9F-5FB6-467D-83D5-DF82F19073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524000" cy="0"/>
          </a:xfrm>
          <a:prstGeom prst="line">
            <a:avLst/>
          </a:prstGeom>
          <a:ln w="444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B946B12F-3DE7-758F-29CE-552A1270A2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3724528" cy="3670298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Things to note on apple trees</a:t>
            </a:r>
          </a:p>
        </p:txBody>
      </p: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B279A842-FCC9-2B70-8185-BD4DCAAAAF1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12042866"/>
              </p:ext>
            </p:extLst>
          </p:nvPr>
        </p:nvGraphicFramePr>
        <p:xfrm>
          <a:off x="5715000" y="723901"/>
          <a:ext cx="5676900" cy="5410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844618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BB96FAB-CCBF-4D1E-9D0D-B038ACC2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C3241ED-417C-CD1C-123A-AD76B4FF33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10798176" cy="1051914"/>
          </a:xfrm>
        </p:spPr>
        <p:txBody>
          <a:bodyPr>
            <a:normAutofit/>
          </a:bodyPr>
          <a:lstStyle/>
          <a:p>
            <a:r>
              <a:rPr lang="en-US" dirty="0"/>
              <a:t>Why do we prune apple trees?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57EF837-7063-3C68-4FCE-E95065EBEBE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9397019"/>
              </p:ext>
            </p:extLst>
          </p:nvPr>
        </p:nvGraphicFramePr>
        <p:xfrm>
          <a:off x="800100" y="2276474"/>
          <a:ext cx="10629900" cy="38576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141330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close-up of a branch&#10;&#10;Description automatically generated">
            <a:extLst>
              <a:ext uri="{FF2B5EF4-FFF2-40B4-BE49-F238E27FC236}">
                <a16:creationId xmlns:a16="http://schemas.microsoft.com/office/drawing/2014/main" id="{AFC2CC33-3E3A-4874-E0D8-FCDEB83D36A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529" r="15872" b="-1"/>
          <a:stretch/>
        </p:blipFill>
        <p:spPr>
          <a:xfrm>
            <a:off x="4875556" y="735286"/>
            <a:ext cx="6612355" cy="541964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6564149-3191-D585-69D2-AAE56C9366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3799763" cy="1168396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 dirty="0"/>
              <a:t>Fruit buds produce apples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FB1DE16-B32D-CDC1-A986-CCB51AFDC3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7701" y="2036547"/>
            <a:ext cx="3799763" cy="4470400"/>
          </a:xfrm>
        </p:spPr>
        <p:txBody>
          <a:bodyPr>
            <a:normAutofit/>
          </a:bodyPr>
          <a:lstStyle/>
          <a:p>
            <a:pPr marL="457200" indent="-457200">
              <a:buAutoNum type="alphaUcPeriod"/>
            </a:pPr>
            <a:r>
              <a:rPr lang="en-US" dirty="0"/>
              <a:t>New growth this summer from cut made over the winter to reduce the length of the branch. Buds past this line are unlikely to produce fruit.</a:t>
            </a:r>
          </a:p>
          <a:p>
            <a:pPr marL="457200" indent="-457200">
              <a:buAutoNum type="alphaUcPeriod"/>
            </a:pPr>
            <a:r>
              <a:rPr lang="en-US" dirty="0"/>
              <a:t>Last year’s ”spur” buds that are likely to produce fruit. It is important not to accidentally remove during pruning.</a:t>
            </a:r>
          </a:p>
          <a:p>
            <a:pPr marL="457200" indent="-457200">
              <a:buAutoNum type="alphaUcPeriod"/>
            </a:pPr>
            <a:r>
              <a:rPr lang="en-US" dirty="0"/>
              <a:t>Reduction cut.</a:t>
            </a:r>
          </a:p>
          <a:p>
            <a:pPr marL="0" indent="0">
              <a:buNone/>
            </a:pPr>
            <a:endParaRPr lang="en-US" dirty="0"/>
          </a:p>
          <a:p>
            <a:pPr marL="457200" indent="-457200">
              <a:buAutoNum type="alphaUcPeriod"/>
            </a:pPr>
            <a:endParaRPr lang="en-US" dirty="0"/>
          </a:p>
          <a:p>
            <a:pPr marL="457200" indent="-457200">
              <a:buAutoNum type="alphaUcPeriod"/>
            </a:pPr>
            <a:endParaRPr lang="en-US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86098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BB96FAB-CCBF-4D1E-9D0D-B038ACC2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2D0BB97-B6D4-73F5-57B4-50E81DEFE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10798176" cy="1051914"/>
          </a:xfrm>
        </p:spPr>
        <p:txBody>
          <a:bodyPr>
            <a:normAutofit/>
          </a:bodyPr>
          <a:lstStyle/>
          <a:p>
            <a:r>
              <a:rPr lang="en-US" dirty="0"/>
              <a:t>How to prune an apple tree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50BCA92-EDCC-1234-56E0-DD52717556E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24015618"/>
              </p:ext>
            </p:extLst>
          </p:nvPr>
        </p:nvGraphicFramePr>
        <p:xfrm>
          <a:off x="800100" y="2276474"/>
          <a:ext cx="10629900" cy="38576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224814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660EB578-C970-4186-B93C-45851BBC6E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57D541F-8B1D-4D6A-969A-B9D7473AD9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51399" y="723900"/>
            <a:ext cx="65151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E6523A9E-CB4E-4FB6-AF68-C947B50864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51399" y="6134100"/>
            <a:ext cx="65151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5BD0287C-CA0F-C2F0-1722-4EFCFB5C2E8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3" b="5051"/>
          <a:stretch/>
        </p:blipFill>
        <p:spPr>
          <a:xfrm>
            <a:off x="19733" y="0"/>
            <a:ext cx="4046541" cy="3428998"/>
          </a:xfrm>
          <a:prstGeom prst="rect">
            <a:avLst/>
          </a:prstGeom>
        </p:spPr>
      </p:pic>
      <p:pic>
        <p:nvPicPr>
          <p:cNvPr id="15" name="Picture 14" descr="A branch with fruit on it&#10;&#10;Description automatically generated">
            <a:extLst>
              <a:ext uri="{FF2B5EF4-FFF2-40B4-BE49-F238E27FC236}">
                <a16:creationId xmlns:a16="http://schemas.microsoft.com/office/drawing/2014/main" id="{975E5C74-9EF6-17A2-5E5D-1DE8073AAD3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-3" b="2875"/>
          <a:stretch/>
        </p:blipFill>
        <p:spPr>
          <a:xfrm>
            <a:off x="20" y="3429000"/>
            <a:ext cx="4046541" cy="342899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2DEBF55-E41A-AB98-ACA8-E4941163C6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1789" y="909637"/>
            <a:ext cx="6714698" cy="1316736"/>
          </a:xfrm>
        </p:spPr>
        <p:txBody>
          <a:bodyPr>
            <a:normAutofit/>
          </a:bodyPr>
          <a:lstStyle/>
          <a:p>
            <a:r>
              <a:rPr lang="en-US" dirty="0"/>
              <a:t>Ideal Tree Structure</a:t>
            </a:r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7BA95676-546E-D4C6-877F-CE36737C6C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1788" y="2226374"/>
            <a:ext cx="6714698" cy="3603210"/>
          </a:xfrm>
        </p:spPr>
        <p:txBody>
          <a:bodyPr>
            <a:normAutofit/>
          </a:bodyPr>
          <a:lstStyle/>
          <a:p>
            <a:r>
              <a:rPr lang="en-US" dirty="0"/>
              <a:t>Older growth is preserved</a:t>
            </a:r>
          </a:p>
          <a:p>
            <a:r>
              <a:rPr lang="en-US" dirty="0"/>
              <a:t>Newer growth is shortened</a:t>
            </a:r>
          </a:p>
          <a:p>
            <a:r>
              <a:rPr lang="en-US" dirty="0"/>
              <a:t>Branches are compact and can physically withstand weight of apples</a:t>
            </a:r>
          </a:p>
          <a:p>
            <a:r>
              <a:rPr lang="en-US" dirty="0"/>
              <a:t>Branches are all exposed to light</a:t>
            </a:r>
          </a:p>
          <a:p>
            <a:r>
              <a:rPr lang="en-US" dirty="0"/>
              <a:t>Strong central leader</a:t>
            </a:r>
          </a:p>
          <a:p>
            <a:r>
              <a:rPr lang="en-US" dirty="0"/>
              <a:t>Very little crowding taking place</a:t>
            </a:r>
          </a:p>
          <a:p>
            <a:r>
              <a:rPr lang="en-US" dirty="0"/>
              <a:t>Upright growth is largely controlled</a:t>
            </a:r>
          </a:p>
        </p:txBody>
      </p:sp>
    </p:spTree>
    <p:extLst>
      <p:ext uri="{BB962C8B-B14F-4D97-AF65-F5344CB8AC3E}">
        <p14:creationId xmlns:p14="http://schemas.microsoft.com/office/powerpoint/2010/main" val="290610206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20894D539200844BFE0E0554F421699" ma:contentTypeVersion="15" ma:contentTypeDescription="Create a new document." ma:contentTypeScope="" ma:versionID="db59c7a491a744ec2d54642538edbea0">
  <xsd:schema xmlns:xsd="http://www.w3.org/2001/XMLSchema" xmlns:xs="http://www.w3.org/2001/XMLSchema" xmlns:p="http://schemas.microsoft.com/office/2006/metadata/properties" xmlns:ns2="7f1b0a71-6fb2-4853-acf8-7ede476f1787" xmlns:ns3="700175d4-e065-4959-822d-e9b710e13b88" targetNamespace="http://schemas.microsoft.com/office/2006/metadata/properties" ma:root="true" ma:fieldsID="c212832851e7215a045c87fcf889afde" ns2:_="" ns3:_="">
    <xsd:import namespace="7f1b0a71-6fb2-4853-acf8-7ede476f1787"/>
    <xsd:import namespace="700175d4-e065-4959-822d-e9b710e13b88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GenerationTime" minOccurs="0"/>
                <xsd:element ref="ns3:MediaServiceEventHashCode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DateTaken" minOccurs="0"/>
                <xsd:element ref="ns3:MediaServiceLocation" minOccurs="0"/>
                <xsd:element ref="ns3:MediaLengthInSecond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f1b0a71-6fb2-4853-acf8-7ede476f1787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7" nillable="true" ma:displayName="Taxonomy Catch All Column" ma:hidden="true" ma:list="{b261dfc9-31a6-4084-8878-0c8c0a4def98}" ma:internalName="TaxCatchAll" ma:showField="CatchAllData" ma:web="7f1b0a71-6fb2-4853-acf8-7ede476f178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00175d4-e065-4959-822d-e9b710e13b8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c0a1a12f-0bf3-4877-a088-8da4a3ccdf7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7f1b0a71-6fb2-4853-acf8-7ede476f1787" xsi:nil="true"/>
    <lcf76f155ced4ddcb4097134ff3c332f xmlns="700175d4-e065-4959-822d-e9b710e13b88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F146CA14-FC6A-4CE5-AB87-50D490740498}"/>
</file>

<file path=customXml/itemProps2.xml><?xml version="1.0" encoding="utf-8"?>
<ds:datastoreItem xmlns:ds="http://schemas.openxmlformats.org/officeDocument/2006/customXml" ds:itemID="{2E70B447-ED99-4982-9457-46E4AEE7360F}"/>
</file>

<file path=customXml/itemProps3.xml><?xml version="1.0" encoding="utf-8"?>
<ds:datastoreItem xmlns:ds="http://schemas.openxmlformats.org/officeDocument/2006/customXml" ds:itemID="{203AAE09-423B-47B3-AEB4-F8118969A2F7}"/>
</file>

<file path=docProps/app.xml><?xml version="1.0" encoding="utf-8"?>
<Properties xmlns="http://schemas.openxmlformats.org/officeDocument/2006/extended-properties" xmlns:vt="http://schemas.openxmlformats.org/officeDocument/2006/docPropsVTypes">
  <TotalTime>260</TotalTime>
  <Words>613</Words>
  <Application>Microsoft Macintosh PowerPoint</Application>
  <PresentationFormat>Widescreen</PresentationFormat>
  <Paragraphs>63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Arial</vt:lpstr>
      <vt:lpstr>Calisto MT</vt:lpstr>
      <vt:lpstr>Univers Condensed</vt:lpstr>
      <vt:lpstr>ChronicleVTI</vt:lpstr>
      <vt:lpstr>PPM 02102025</vt:lpstr>
      <vt:lpstr>Trees are strange and they do weird shit</vt:lpstr>
      <vt:lpstr>Apple tree origins</vt:lpstr>
      <vt:lpstr>Things to note on apple trees</vt:lpstr>
      <vt:lpstr>Why do we prune apple trees?</vt:lpstr>
      <vt:lpstr>Fruit buds produce apples</vt:lpstr>
      <vt:lpstr>How to prune an apple tree</vt:lpstr>
      <vt:lpstr>Ideal Tree Structure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Connor Walsh</dc:creator>
  <cp:lastModifiedBy>Connor Walsh</cp:lastModifiedBy>
  <cp:revision>1</cp:revision>
  <dcterms:created xsi:type="dcterms:W3CDTF">2025-02-09T17:18:49Z</dcterms:created>
  <dcterms:modified xsi:type="dcterms:W3CDTF">2025-02-09T21:39:39Z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0x010100D20894D539200844BFE0E0554F421699</vt:lpwstr>
  </property>
</Properties>
</file>